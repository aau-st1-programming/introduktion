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2192000" cy="6858000"/>
  <p:notesSz cx="7559675" cy="10691813"/>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C44CF8-5592-46A1-B2EA-2306C7A7B9D8}" type="doc">
      <dgm:prSet loTypeId="urn:microsoft.com/office/officeart/2005/8/layout/orgChart1" loCatId="hierarchy" qsTypeId="urn:microsoft.com/office/officeart/2005/8/quickstyle/simple1#1" qsCatId="simple" csTypeId="urn:microsoft.com/office/officeart/2005/8/colors/accent1_2#1" csCatId="accent1" phldr="1"/>
      <dgm:spPr/>
      <dgm:t>
        <a:bodyPr/>
        <a:lstStyle/>
        <a:p>
          <a:endParaRPr lang="en-US"/>
        </a:p>
      </dgm:t>
    </dgm:pt>
    <dgm:pt modelId="{4224F16D-E4C0-4250-9EFA-7C747A39F793}">
      <dgm:prSet phldrT="[Tekst]" custT="1"/>
      <dgm:spPr/>
      <dgm:t>
        <a:bodyPr/>
        <a:lstStyle/>
        <a:p>
          <a:r>
            <a:rPr lang="en-US" sz="1400" noProof="0" dirty="0"/>
            <a:t>Tokens in C</a:t>
          </a:r>
        </a:p>
      </dgm:t>
    </dgm:pt>
    <dgm:pt modelId="{4764781C-0A7E-437D-A5A3-7FE315335671}" type="parTrans" cxnId="{F2DF25CF-E234-4694-9020-0531F3A42D4A}">
      <dgm:prSet/>
      <dgm:spPr/>
      <dgm:t>
        <a:bodyPr/>
        <a:lstStyle/>
        <a:p>
          <a:endParaRPr lang="en-US" sz="1400" noProof="0" dirty="0"/>
        </a:p>
      </dgm:t>
    </dgm:pt>
    <dgm:pt modelId="{2E392CA9-FC57-4CCD-9FAE-221D640476DC}" type="sibTrans" cxnId="{F2DF25CF-E234-4694-9020-0531F3A42D4A}">
      <dgm:prSet/>
      <dgm:spPr/>
      <dgm:t>
        <a:bodyPr/>
        <a:lstStyle/>
        <a:p>
          <a:endParaRPr lang="en-US" sz="1400" noProof="0" dirty="0"/>
        </a:p>
      </dgm:t>
    </dgm:pt>
    <dgm:pt modelId="{633632CF-3971-4DAE-9D7B-30F94F90EF74}">
      <dgm:prSet phldrT="[Tekst]" custT="1"/>
      <dgm:spPr/>
      <dgm:t>
        <a:bodyPr/>
        <a:lstStyle/>
        <a:p>
          <a:r>
            <a:rPr lang="en-US" sz="1400" noProof="0" dirty="0"/>
            <a:t>Keywords</a:t>
          </a:r>
        </a:p>
      </dgm:t>
    </dgm:pt>
    <dgm:pt modelId="{5BA73491-6D8F-4D54-8C22-ED9718E8C773}" type="parTrans" cxnId="{BC8E6780-3FC5-4C5B-B5F0-A3B95D6AD797}">
      <dgm:prSet/>
      <dgm:spPr/>
      <dgm:t>
        <a:bodyPr/>
        <a:lstStyle/>
        <a:p>
          <a:endParaRPr lang="en-US" sz="1400" noProof="0" dirty="0"/>
        </a:p>
      </dgm:t>
    </dgm:pt>
    <dgm:pt modelId="{D3D2AE8F-62FA-4DE6-9400-38E384816E25}" type="sibTrans" cxnId="{BC8E6780-3FC5-4C5B-B5F0-A3B95D6AD797}">
      <dgm:prSet/>
      <dgm:spPr/>
      <dgm:t>
        <a:bodyPr/>
        <a:lstStyle/>
        <a:p>
          <a:endParaRPr lang="en-US" sz="1400" noProof="0" dirty="0"/>
        </a:p>
      </dgm:t>
    </dgm:pt>
    <dgm:pt modelId="{A4AA5E78-2E83-4F60-8055-685BC550D62A}">
      <dgm:prSet phldrT="[Tekst]" custT="1"/>
      <dgm:spPr/>
      <dgm:t>
        <a:bodyPr/>
        <a:lstStyle/>
        <a:p>
          <a:r>
            <a:rPr lang="en-US" sz="1400" noProof="0" dirty="0"/>
            <a:t>Operators</a:t>
          </a:r>
        </a:p>
      </dgm:t>
    </dgm:pt>
    <dgm:pt modelId="{88CF5CEC-22C5-4BBA-8046-80EB3D1D5343}" type="parTrans" cxnId="{278D86BD-DD72-4BE8-B251-CC7ACEE349AC}">
      <dgm:prSet/>
      <dgm:spPr/>
      <dgm:t>
        <a:bodyPr/>
        <a:lstStyle/>
        <a:p>
          <a:endParaRPr lang="en-US" sz="1400" noProof="0" dirty="0"/>
        </a:p>
      </dgm:t>
    </dgm:pt>
    <dgm:pt modelId="{240E04B3-7F9A-4CAC-AA69-24A02A09EAF4}" type="sibTrans" cxnId="{278D86BD-DD72-4BE8-B251-CC7ACEE349AC}">
      <dgm:prSet/>
      <dgm:spPr/>
      <dgm:t>
        <a:bodyPr/>
        <a:lstStyle/>
        <a:p>
          <a:endParaRPr lang="en-US" sz="1400" noProof="0" dirty="0"/>
        </a:p>
      </dgm:t>
    </dgm:pt>
    <dgm:pt modelId="{1E34E429-3B1C-474D-9623-B03C5A0898DC}">
      <dgm:prSet phldrT="[Tekst]" custT="1"/>
      <dgm:spPr/>
      <dgm:t>
        <a:bodyPr/>
        <a:lstStyle/>
        <a:p>
          <a:r>
            <a:rPr lang="en-US" sz="1400" noProof="0" dirty="0"/>
            <a:t>Strings</a:t>
          </a:r>
        </a:p>
      </dgm:t>
    </dgm:pt>
    <dgm:pt modelId="{4F7FBD52-D6A1-4338-9771-F2002E5F6B75}" type="parTrans" cxnId="{807EA633-E7DE-4E18-BA8E-0A3EAA0C411A}">
      <dgm:prSet/>
      <dgm:spPr/>
      <dgm:t>
        <a:bodyPr/>
        <a:lstStyle/>
        <a:p>
          <a:endParaRPr lang="en-US" sz="1400" noProof="0" dirty="0"/>
        </a:p>
      </dgm:t>
    </dgm:pt>
    <dgm:pt modelId="{252ADE1E-C336-44E3-B1D6-1F82450F38D6}" type="sibTrans" cxnId="{807EA633-E7DE-4E18-BA8E-0A3EAA0C411A}">
      <dgm:prSet/>
      <dgm:spPr/>
      <dgm:t>
        <a:bodyPr/>
        <a:lstStyle/>
        <a:p>
          <a:endParaRPr lang="en-US" sz="1400" noProof="0" dirty="0"/>
        </a:p>
      </dgm:t>
    </dgm:pt>
    <dgm:pt modelId="{BC0BE655-0F5F-495D-9A00-DAC06F460A34}">
      <dgm:prSet phldrT="[Tekst]" custT="1"/>
      <dgm:spPr/>
      <dgm:t>
        <a:bodyPr/>
        <a:lstStyle/>
        <a:p>
          <a:r>
            <a:rPr lang="en-US" sz="1400" noProof="0" dirty="0"/>
            <a:t>Constants</a:t>
          </a:r>
        </a:p>
      </dgm:t>
    </dgm:pt>
    <dgm:pt modelId="{334B7B4A-A0EC-4BE3-BD57-2D500CC655D9}" type="parTrans" cxnId="{5874247F-2422-4E47-8E05-B8808B53F5C9}">
      <dgm:prSet/>
      <dgm:spPr/>
      <dgm:t>
        <a:bodyPr/>
        <a:lstStyle/>
        <a:p>
          <a:endParaRPr lang="en-US" sz="1400" noProof="0" dirty="0"/>
        </a:p>
      </dgm:t>
    </dgm:pt>
    <dgm:pt modelId="{B44FBCDD-38D0-4763-9095-FA316015ED4F}" type="sibTrans" cxnId="{5874247F-2422-4E47-8E05-B8808B53F5C9}">
      <dgm:prSet/>
      <dgm:spPr/>
      <dgm:t>
        <a:bodyPr/>
        <a:lstStyle/>
        <a:p>
          <a:endParaRPr lang="en-US" sz="1400" noProof="0" dirty="0"/>
        </a:p>
      </dgm:t>
    </dgm:pt>
    <dgm:pt modelId="{9C26E6AD-47AB-46A2-B2EA-EF1F57DFDC1B}">
      <dgm:prSet phldrT="[Tekst]" custT="1"/>
      <dgm:spPr/>
      <dgm:t>
        <a:bodyPr/>
        <a:lstStyle/>
        <a:p>
          <a:r>
            <a:rPr lang="en-US" sz="1200" noProof="0" dirty="0"/>
            <a:t>void</a:t>
          </a:r>
        </a:p>
      </dgm:t>
    </dgm:pt>
    <dgm:pt modelId="{F77BA94F-5F5A-4244-B671-7D147C089B9A}" type="parTrans" cxnId="{5A22C309-0586-4676-BBD3-0E8848D1186D}">
      <dgm:prSet/>
      <dgm:spPr/>
      <dgm:t>
        <a:bodyPr/>
        <a:lstStyle/>
        <a:p>
          <a:endParaRPr lang="en-US" sz="1400" noProof="0" dirty="0"/>
        </a:p>
      </dgm:t>
    </dgm:pt>
    <dgm:pt modelId="{511E7827-8C48-4812-81C5-1BFB2F3AE3BA}" type="sibTrans" cxnId="{5A22C309-0586-4676-BBD3-0E8848D1186D}">
      <dgm:prSet/>
      <dgm:spPr/>
      <dgm:t>
        <a:bodyPr/>
        <a:lstStyle/>
        <a:p>
          <a:endParaRPr lang="en-US" sz="1400" noProof="0" dirty="0"/>
        </a:p>
      </dgm:t>
    </dgm:pt>
    <dgm:pt modelId="{D125D46D-5803-498C-8210-A47012081385}">
      <dgm:prSet phldrT="[Tekst]" custT="1"/>
      <dgm:spPr/>
      <dgm:t>
        <a:bodyPr/>
        <a:lstStyle/>
        <a:p>
          <a:r>
            <a:rPr lang="en-US" sz="1200" noProof="0" dirty="0" err="1"/>
            <a:t>Arithmatic</a:t>
          </a:r>
          <a:r>
            <a:rPr lang="en-US" sz="1200" noProof="0" dirty="0"/>
            <a:t>: +, -, /, *, %</a:t>
          </a:r>
        </a:p>
      </dgm:t>
    </dgm:pt>
    <dgm:pt modelId="{6C9F876D-C243-48CC-A6C6-3E603B596FCC}" type="sibTrans" cxnId="{2D0F2247-A216-40B8-8D4C-D1B2BE8034F2}">
      <dgm:prSet/>
      <dgm:spPr/>
      <dgm:t>
        <a:bodyPr/>
        <a:lstStyle/>
        <a:p>
          <a:endParaRPr lang="en-US" sz="1400" noProof="0" dirty="0"/>
        </a:p>
      </dgm:t>
    </dgm:pt>
    <dgm:pt modelId="{ECBAC60C-C54E-43D5-B4DD-7D03D17F79BB}" type="parTrans" cxnId="{2D0F2247-A216-40B8-8D4C-D1B2BE8034F2}">
      <dgm:prSet/>
      <dgm:spPr/>
      <dgm:t>
        <a:bodyPr/>
        <a:lstStyle/>
        <a:p>
          <a:endParaRPr lang="en-US" sz="1400" noProof="0" dirty="0"/>
        </a:p>
      </dgm:t>
    </dgm:pt>
    <dgm:pt modelId="{789381F5-38E8-4D18-8E95-BD320E8E1B63}">
      <dgm:prSet phldrT="[Tekst]" custT="1"/>
      <dgm:spPr/>
      <dgm:t>
        <a:bodyPr/>
        <a:lstStyle/>
        <a:p>
          <a:r>
            <a:rPr lang="en-US" sz="1200" noProof="0" dirty="0"/>
            <a:t>Relational: &lt;, &lt;=, &gt;, &gt;=, ==, !=</a:t>
          </a:r>
        </a:p>
      </dgm:t>
    </dgm:pt>
    <dgm:pt modelId="{9A4EFD8F-03F9-4ED5-B373-EE8E6CEF662D}" type="parTrans" cxnId="{876981AD-75BF-4375-8BD3-A0DA1E9791A0}">
      <dgm:prSet/>
      <dgm:spPr/>
      <dgm:t>
        <a:bodyPr/>
        <a:lstStyle/>
        <a:p>
          <a:endParaRPr lang="en-US" sz="1400" noProof="0" dirty="0"/>
        </a:p>
      </dgm:t>
    </dgm:pt>
    <dgm:pt modelId="{3D2EC0CF-B602-45D2-9AD5-1644DD271D0F}" type="sibTrans" cxnId="{876981AD-75BF-4375-8BD3-A0DA1E9791A0}">
      <dgm:prSet/>
      <dgm:spPr/>
      <dgm:t>
        <a:bodyPr/>
        <a:lstStyle/>
        <a:p>
          <a:endParaRPr lang="en-US" sz="1400" noProof="0" dirty="0"/>
        </a:p>
      </dgm:t>
    </dgm:pt>
    <dgm:pt modelId="{F53F0496-01AD-40B1-BEC5-C28B736DB0ED}">
      <dgm:prSet phldrT="[Tekst]" custT="1"/>
      <dgm:spPr/>
      <dgm:t>
        <a:bodyPr/>
        <a:lstStyle/>
        <a:p>
          <a:r>
            <a:rPr lang="en-US" sz="1200" noProof="0" dirty="0"/>
            <a:t>Logical: &amp;&amp;, ||, !</a:t>
          </a:r>
        </a:p>
      </dgm:t>
    </dgm:pt>
    <dgm:pt modelId="{D64FE767-F5E9-4BFB-BD3F-EF4B418AB559}" type="parTrans" cxnId="{19AB12D5-191F-4D42-84DE-4F0B5F501851}">
      <dgm:prSet/>
      <dgm:spPr/>
      <dgm:t>
        <a:bodyPr/>
        <a:lstStyle/>
        <a:p>
          <a:endParaRPr lang="en-US" sz="1400" noProof="0" dirty="0"/>
        </a:p>
      </dgm:t>
    </dgm:pt>
    <dgm:pt modelId="{75047260-0C40-4E21-ACA0-4A586AC16CDB}" type="sibTrans" cxnId="{19AB12D5-191F-4D42-84DE-4F0B5F501851}">
      <dgm:prSet/>
      <dgm:spPr/>
      <dgm:t>
        <a:bodyPr/>
        <a:lstStyle/>
        <a:p>
          <a:endParaRPr lang="en-US" sz="1400" noProof="0" dirty="0"/>
        </a:p>
      </dgm:t>
    </dgm:pt>
    <dgm:pt modelId="{A5734974-0BE2-4CD5-99FC-825F199813B3}">
      <dgm:prSet phldrT="[Tekst]" custT="1"/>
      <dgm:spPr/>
      <dgm:t>
        <a:bodyPr/>
        <a:lstStyle/>
        <a:p>
          <a:r>
            <a:rPr lang="en-US" sz="1200" noProof="0" dirty="0"/>
            <a:t>Bitwise: &amp;, |, &lt;&lt;, &gt;&gt;, ~, ^</a:t>
          </a:r>
        </a:p>
      </dgm:t>
    </dgm:pt>
    <dgm:pt modelId="{8C2BF4B1-B6F2-4A77-97BB-A66B22F99EB5}" type="parTrans" cxnId="{777BBB1E-A092-4BFA-A01E-15F297309BC0}">
      <dgm:prSet/>
      <dgm:spPr/>
      <dgm:t>
        <a:bodyPr/>
        <a:lstStyle/>
        <a:p>
          <a:endParaRPr lang="en-US" sz="1400" noProof="0" dirty="0"/>
        </a:p>
      </dgm:t>
    </dgm:pt>
    <dgm:pt modelId="{EBB34965-3941-495F-8828-2B62F607CF25}" type="sibTrans" cxnId="{777BBB1E-A092-4BFA-A01E-15F297309BC0}">
      <dgm:prSet/>
      <dgm:spPr/>
      <dgm:t>
        <a:bodyPr/>
        <a:lstStyle/>
        <a:p>
          <a:endParaRPr lang="en-US" sz="1400" noProof="0" dirty="0"/>
        </a:p>
      </dgm:t>
    </dgm:pt>
    <dgm:pt modelId="{A14220CC-E46E-4BB5-A14B-0F59CA674199}">
      <dgm:prSet phldrT="[Tekst]" custT="1"/>
      <dgm:spPr/>
      <dgm:t>
        <a:bodyPr/>
        <a:lstStyle/>
        <a:p>
          <a:r>
            <a:rPr lang="en-US" sz="1200" noProof="0" dirty="0"/>
            <a:t>"Hello, World!"</a:t>
          </a:r>
        </a:p>
      </dgm:t>
    </dgm:pt>
    <dgm:pt modelId="{B088BEBF-AE62-4103-8EC7-80EA85259D7F}" type="parTrans" cxnId="{03DFE3FF-FA26-40CC-9B65-624CC6B53608}">
      <dgm:prSet/>
      <dgm:spPr/>
      <dgm:t>
        <a:bodyPr/>
        <a:lstStyle/>
        <a:p>
          <a:endParaRPr lang="en-US" sz="1400" noProof="0" dirty="0"/>
        </a:p>
      </dgm:t>
    </dgm:pt>
    <dgm:pt modelId="{3D14F5B7-8E45-416A-A422-19F15DB604C5}" type="sibTrans" cxnId="{03DFE3FF-FA26-40CC-9B65-624CC6B53608}">
      <dgm:prSet/>
      <dgm:spPr/>
      <dgm:t>
        <a:bodyPr/>
        <a:lstStyle/>
        <a:p>
          <a:endParaRPr lang="en-US" sz="1400" noProof="0" dirty="0"/>
        </a:p>
      </dgm:t>
    </dgm:pt>
    <dgm:pt modelId="{743610C1-9835-4646-A186-61AF59C69A49}">
      <dgm:prSet phldrT="[Tekst]" custT="1"/>
      <dgm:spPr/>
      <dgm:t>
        <a:bodyPr/>
        <a:lstStyle/>
        <a:p>
          <a:r>
            <a:rPr lang="en-US" sz="1200" noProof="0" dirty="0"/>
            <a:t>Integer</a:t>
          </a:r>
        </a:p>
      </dgm:t>
    </dgm:pt>
    <dgm:pt modelId="{6EDA1C38-4764-4423-8060-5ED8CCC0F01A}" type="parTrans" cxnId="{EE8F14E8-23AD-46BF-8DB9-EB490DF860F0}">
      <dgm:prSet/>
      <dgm:spPr/>
      <dgm:t>
        <a:bodyPr/>
        <a:lstStyle/>
        <a:p>
          <a:endParaRPr lang="en-US" sz="1400" noProof="0" dirty="0"/>
        </a:p>
      </dgm:t>
    </dgm:pt>
    <dgm:pt modelId="{13176DFB-8060-426F-95B7-3C1710C0F4B6}" type="sibTrans" cxnId="{EE8F14E8-23AD-46BF-8DB9-EB490DF860F0}">
      <dgm:prSet/>
      <dgm:spPr/>
      <dgm:t>
        <a:bodyPr/>
        <a:lstStyle/>
        <a:p>
          <a:endParaRPr lang="en-US" sz="1400" noProof="0" dirty="0"/>
        </a:p>
      </dgm:t>
    </dgm:pt>
    <dgm:pt modelId="{B6D2EDFE-802F-4E0C-93BF-A0ED98D0E7F6}">
      <dgm:prSet phldrT="[Tekst]" custT="1"/>
      <dgm:spPr/>
      <dgm:t>
        <a:bodyPr/>
        <a:lstStyle/>
        <a:p>
          <a:r>
            <a:rPr lang="en-US" sz="1200" noProof="0" dirty="0"/>
            <a:t>Float</a:t>
          </a:r>
        </a:p>
      </dgm:t>
    </dgm:pt>
    <dgm:pt modelId="{47311D9D-83D8-4ACE-B991-1A0240300974}" type="parTrans" cxnId="{E6006B6D-1FA5-4923-AB45-E77CB3871ADC}">
      <dgm:prSet/>
      <dgm:spPr/>
      <dgm:t>
        <a:bodyPr/>
        <a:lstStyle/>
        <a:p>
          <a:endParaRPr lang="en-US" sz="1400" noProof="0" dirty="0"/>
        </a:p>
      </dgm:t>
    </dgm:pt>
    <dgm:pt modelId="{2B79E227-8857-4522-97AB-48E450018EF2}" type="sibTrans" cxnId="{E6006B6D-1FA5-4923-AB45-E77CB3871ADC}">
      <dgm:prSet/>
      <dgm:spPr/>
      <dgm:t>
        <a:bodyPr/>
        <a:lstStyle/>
        <a:p>
          <a:endParaRPr lang="en-US" sz="1400" noProof="0" dirty="0"/>
        </a:p>
      </dgm:t>
    </dgm:pt>
    <dgm:pt modelId="{F35C074E-D97A-4488-BCC5-DD2EC3E4159B}">
      <dgm:prSet phldrT="[Tekst]" custT="1"/>
      <dgm:spPr/>
      <dgm:t>
        <a:bodyPr/>
        <a:lstStyle/>
        <a:p>
          <a:r>
            <a:rPr lang="en-US" sz="1200" noProof="0" dirty="0"/>
            <a:t>Character</a:t>
          </a:r>
        </a:p>
      </dgm:t>
    </dgm:pt>
    <dgm:pt modelId="{4E44B729-4FD2-400E-8B90-BD1D868B0915}" type="parTrans" cxnId="{50F60C8B-23EB-450B-BD68-60C2AD72238A}">
      <dgm:prSet/>
      <dgm:spPr/>
      <dgm:t>
        <a:bodyPr/>
        <a:lstStyle/>
        <a:p>
          <a:endParaRPr lang="en-US" sz="1400" noProof="0" dirty="0"/>
        </a:p>
      </dgm:t>
    </dgm:pt>
    <dgm:pt modelId="{4BEFC5DD-50E1-4FBC-8871-071A9976849E}" type="sibTrans" cxnId="{50F60C8B-23EB-450B-BD68-60C2AD72238A}">
      <dgm:prSet/>
      <dgm:spPr/>
      <dgm:t>
        <a:bodyPr/>
        <a:lstStyle/>
        <a:p>
          <a:endParaRPr lang="en-US" sz="1400" noProof="0" dirty="0"/>
        </a:p>
      </dgm:t>
    </dgm:pt>
    <dgm:pt modelId="{D379CC98-9369-4B4E-AFF9-DCF4FDEA7672}">
      <dgm:prSet phldrT="[Tekst]" custT="1"/>
      <dgm:spPr/>
      <dgm:t>
        <a:bodyPr/>
        <a:lstStyle/>
        <a:p>
          <a:r>
            <a:rPr lang="en-US" sz="1400" noProof="0" dirty="0"/>
            <a:t>Special Characters</a:t>
          </a:r>
        </a:p>
      </dgm:t>
    </dgm:pt>
    <dgm:pt modelId="{3C498F2D-6E89-4945-84AB-C0166F5E6B66}" type="parTrans" cxnId="{F98607BB-FCE2-4D66-9362-2D3214635102}">
      <dgm:prSet/>
      <dgm:spPr/>
      <dgm:t>
        <a:bodyPr/>
        <a:lstStyle/>
        <a:p>
          <a:endParaRPr lang="en-US" noProof="0" dirty="0"/>
        </a:p>
      </dgm:t>
    </dgm:pt>
    <dgm:pt modelId="{D8D87258-3AAC-4040-AA74-C678A2F6A4B8}" type="sibTrans" cxnId="{F98607BB-FCE2-4D66-9362-2D3214635102}">
      <dgm:prSet/>
      <dgm:spPr/>
      <dgm:t>
        <a:bodyPr/>
        <a:lstStyle/>
        <a:p>
          <a:endParaRPr lang="en-US" noProof="0" dirty="0"/>
        </a:p>
      </dgm:t>
    </dgm:pt>
    <dgm:pt modelId="{35B1A56A-297B-4326-8815-E7CCDD729A8D}">
      <dgm:prSet phldrT="[Tekst]" custT="1"/>
      <dgm:spPr/>
      <dgm:t>
        <a:bodyPr/>
        <a:lstStyle/>
        <a:p>
          <a:r>
            <a:rPr lang="en-US" sz="1400" noProof="0" dirty="0"/>
            <a:t>Identifies</a:t>
          </a:r>
          <a:br>
            <a:rPr lang="en-US" sz="1400" noProof="0" dirty="0"/>
          </a:br>
          <a:r>
            <a:rPr lang="en-US" sz="1400" noProof="0" dirty="0"/>
            <a:t>(user-defined)</a:t>
          </a:r>
        </a:p>
      </dgm:t>
    </dgm:pt>
    <dgm:pt modelId="{4F079034-0A01-4BF7-A6C0-E37F7B442244}" type="parTrans" cxnId="{04C15435-C161-4B89-B68A-766FF58653FF}">
      <dgm:prSet/>
      <dgm:spPr/>
      <dgm:t>
        <a:bodyPr/>
        <a:lstStyle/>
        <a:p>
          <a:endParaRPr lang="en-US" noProof="0" dirty="0"/>
        </a:p>
      </dgm:t>
    </dgm:pt>
    <dgm:pt modelId="{06AE8BEB-D9BA-4651-B908-BB7E024E3256}" type="sibTrans" cxnId="{04C15435-C161-4B89-B68A-766FF58653FF}">
      <dgm:prSet/>
      <dgm:spPr/>
      <dgm:t>
        <a:bodyPr/>
        <a:lstStyle/>
        <a:p>
          <a:endParaRPr lang="en-US" noProof="0" dirty="0"/>
        </a:p>
      </dgm:t>
    </dgm:pt>
    <dgm:pt modelId="{69E7C492-A0CD-449E-9C33-4CAE3655DFB0}">
      <dgm:prSet phldrT="[Tekst]" custT="1"/>
      <dgm:spPr/>
      <dgm:t>
        <a:bodyPr/>
        <a:lstStyle/>
        <a:p>
          <a:r>
            <a:rPr lang="da-DK" sz="1200" noProof="0" dirty="0" err="1"/>
            <a:t>Conditonal</a:t>
          </a:r>
          <a:r>
            <a:rPr lang="da-DK" sz="1200" noProof="0" dirty="0"/>
            <a:t>: ? :</a:t>
          </a:r>
          <a:endParaRPr lang="en-US" sz="1200" noProof="0" dirty="0"/>
        </a:p>
      </dgm:t>
    </dgm:pt>
    <dgm:pt modelId="{E252E372-499C-4A2A-9F73-A5A42CA6D3ED}" type="parTrans" cxnId="{396F8493-FD28-41DB-B26E-EDC61B59B918}">
      <dgm:prSet/>
      <dgm:spPr/>
      <dgm:t>
        <a:bodyPr/>
        <a:lstStyle/>
        <a:p>
          <a:endParaRPr lang="en-US"/>
        </a:p>
      </dgm:t>
    </dgm:pt>
    <dgm:pt modelId="{2900A165-48FB-4ECC-881B-369CF6B53168}" type="sibTrans" cxnId="{396F8493-FD28-41DB-B26E-EDC61B59B918}">
      <dgm:prSet/>
      <dgm:spPr/>
      <dgm:t>
        <a:bodyPr/>
        <a:lstStyle/>
        <a:p>
          <a:endParaRPr lang="en-US"/>
        </a:p>
      </dgm:t>
    </dgm:pt>
    <dgm:pt modelId="{03C281E7-DDB5-49A7-B1F9-898033612503}">
      <dgm:prSet phldrT="[Tekst]" custT="1"/>
      <dgm:spPr/>
      <dgm:t>
        <a:bodyPr/>
        <a:lstStyle/>
        <a:p>
          <a:r>
            <a:rPr lang="da-DK" sz="1200" noProof="0" dirty="0" err="1"/>
            <a:t>Assignment</a:t>
          </a:r>
          <a:r>
            <a:rPr lang="da-DK" sz="1200" noProof="0" dirty="0"/>
            <a:t>: =, +=, -=, *=, /=, %=</a:t>
          </a:r>
          <a:endParaRPr lang="en-US" sz="1200" noProof="0" dirty="0"/>
        </a:p>
      </dgm:t>
    </dgm:pt>
    <dgm:pt modelId="{AD1672D5-A022-4166-B47C-FDADE706D3DF}" type="parTrans" cxnId="{0F9D7608-C575-4A39-B343-A20803F3485F}">
      <dgm:prSet/>
      <dgm:spPr/>
      <dgm:t>
        <a:bodyPr/>
        <a:lstStyle/>
        <a:p>
          <a:endParaRPr lang="en-US"/>
        </a:p>
      </dgm:t>
    </dgm:pt>
    <dgm:pt modelId="{7E4A52EC-6D57-4D82-AA8E-ADC5C6967529}" type="sibTrans" cxnId="{0F9D7608-C575-4A39-B343-A20803F3485F}">
      <dgm:prSet/>
      <dgm:spPr/>
      <dgm:t>
        <a:bodyPr/>
        <a:lstStyle/>
        <a:p>
          <a:endParaRPr lang="en-US"/>
        </a:p>
      </dgm:t>
    </dgm:pt>
    <dgm:pt modelId="{B3FB488A-56A7-4EA8-BCA2-4C93732FA7FC}">
      <dgm:prSet phldrT="[Tekst]" custT="1"/>
      <dgm:spPr/>
      <dgm:t>
        <a:bodyPr/>
        <a:lstStyle/>
        <a:p>
          <a:r>
            <a:rPr lang="da-DK" sz="1200" noProof="0" dirty="0" err="1"/>
            <a:t>while</a:t>
          </a:r>
          <a:endParaRPr lang="en-US" sz="1200" noProof="0" dirty="0"/>
        </a:p>
      </dgm:t>
    </dgm:pt>
    <dgm:pt modelId="{97117355-84E6-4A4D-BFA7-120FDBB4E866}" type="parTrans" cxnId="{7C107DE4-9BF6-4546-92F3-5F2B2D3F9995}">
      <dgm:prSet/>
      <dgm:spPr/>
      <dgm:t>
        <a:bodyPr/>
        <a:lstStyle/>
        <a:p>
          <a:endParaRPr lang="en-US"/>
        </a:p>
      </dgm:t>
    </dgm:pt>
    <dgm:pt modelId="{F6FEBA50-1639-47B5-8AE9-FDCF9C71F566}" type="sibTrans" cxnId="{7C107DE4-9BF6-4546-92F3-5F2B2D3F9995}">
      <dgm:prSet/>
      <dgm:spPr/>
      <dgm:t>
        <a:bodyPr/>
        <a:lstStyle/>
        <a:p>
          <a:endParaRPr lang="en-US"/>
        </a:p>
      </dgm:t>
    </dgm:pt>
    <dgm:pt modelId="{884C1984-A1DE-4153-AEE6-77E310F90212}">
      <dgm:prSet phldrT="[Tekst]" custT="1"/>
      <dgm:spPr/>
      <dgm:t>
        <a:bodyPr/>
        <a:lstStyle/>
        <a:p>
          <a:r>
            <a:rPr lang="da-DK" sz="1200" noProof="0" dirty="0" err="1"/>
            <a:t>if</a:t>
          </a:r>
          <a:endParaRPr lang="en-US" sz="1200" noProof="0" dirty="0"/>
        </a:p>
      </dgm:t>
    </dgm:pt>
    <dgm:pt modelId="{9F45F503-4A73-489C-AE85-E10536341517}" type="parTrans" cxnId="{26EE6089-67EB-4E8F-A947-12A5DC5DFF7C}">
      <dgm:prSet/>
      <dgm:spPr/>
      <dgm:t>
        <a:bodyPr/>
        <a:lstStyle/>
        <a:p>
          <a:endParaRPr lang="en-US"/>
        </a:p>
      </dgm:t>
    </dgm:pt>
    <dgm:pt modelId="{E7AE3888-5294-4112-B3E9-C4445FFEE8F7}" type="sibTrans" cxnId="{26EE6089-67EB-4E8F-A947-12A5DC5DFF7C}">
      <dgm:prSet/>
      <dgm:spPr/>
      <dgm:t>
        <a:bodyPr/>
        <a:lstStyle/>
        <a:p>
          <a:endParaRPr lang="en-US"/>
        </a:p>
      </dgm:t>
    </dgm:pt>
    <dgm:pt modelId="{45C564E4-40E9-40A3-9415-C70F26DC6101}">
      <dgm:prSet phldrT="[Tekst]" custT="1"/>
      <dgm:spPr/>
      <dgm:t>
        <a:bodyPr/>
        <a:lstStyle/>
        <a:p>
          <a:r>
            <a:rPr lang="da-DK" sz="1200" noProof="0" dirty="0" err="1"/>
            <a:t>int</a:t>
          </a:r>
          <a:endParaRPr lang="da-DK" sz="1200" noProof="0" dirty="0"/>
        </a:p>
      </dgm:t>
    </dgm:pt>
    <dgm:pt modelId="{89689489-F1A5-4E95-B0DB-755A3DA4438C}" type="parTrans" cxnId="{5917184B-1580-49C7-85F5-E8AA55ED4AB4}">
      <dgm:prSet/>
      <dgm:spPr/>
      <dgm:t>
        <a:bodyPr/>
        <a:lstStyle/>
        <a:p>
          <a:endParaRPr lang="en-US"/>
        </a:p>
      </dgm:t>
    </dgm:pt>
    <dgm:pt modelId="{1A0A6A6E-A427-48F9-BAB2-EAFB47E7C44D}" type="sibTrans" cxnId="{5917184B-1580-49C7-85F5-E8AA55ED4AB4}">
      <dgm:prSet/>
      <dgm:spPr/>
      <dgm:t>
        <a:bodyPr/>
        <a:lstStyle/>
        <a:p>
          <a:endParaRPr lang="en-US"/>
        </a:p>
      </dgm:t>
    </dgm:pt>
    <dgm:pt modelId="{3FB1CA0A-1F40-4061-847C-0A288031E770}">
      <dgm:prSet phldrT="[Tekst]" custT="1"/>
      <dgm:spPr/>
      <dgm:t>
        <a:bodyPr/>
        <a:lstStyle/>
        <a:p>
          <a:r>
            <a:rPr lang="da-DK" sz="1200" noProof="0" dirty="0"/>
            <a:t>break</a:t>
          </a:r>
        </a:p>
      </dgm:t>
    </dgm:pt>
    <dgm:pt modelId="{F027E8DD-E0AE-4EA9-87D6-E322B12D7AB2}" type="parTrans" cxnId="{25C3FAFB-EF76-4941-9547-4C0F328A9926}">
      <dgm:prSet/>
      <dgm:spPr/>
      <dgm:t>
        <a:bodyPr/>
        <a:lstStyle/>
        <a:p>
          <a:endParaRPr lang="en-US"/>
        </a:p>
      </dgm:t>
    </dgm:pt>
    <dgm:pt modelId="{25DC9335-FEEC-460D-97A6-F2B52236320D}" type="sibTrans" cxnId="{25C3FAFB-EF76-4941-9547-4C0F328A9926}">
      <dgm:prSet/>
      <dgm:spPr/>
      <dgm:t>
        <a:bodyPr/>
        <a:lstStyle/>
        <a:p>
          <a:endParaRPr lang="en-US"/>
        </a:p>
      </dgm:t>
    </dgm:pt>
    <dgm:pt modelId="{8D362794-51A7-4CE6-994A-4BED6DDDD02F}">
      <dgm:prSet phldrT="[Tekst]" custT="1"/>
      <dgm:spPr/>
      <dgm:t>
        <a:bodyPr/>
        <a:lstStyle/>
        <a:p>
          <a:r>
            <a:rPr lang="da-DK" sz="1200" noProof="0" dirty="0"/>
            <a:t>…</a:t>
          </a:r>
        </a:p>
      </dgm:t>
    </dgm:pt>
    <dgm:pt modelId="{0B55604C-08DB-49D8-95D1-C5D051A8B65C}" type="parTrans" cxnId="{2F9AEF9F-ED08-409E-B744-C13805C705AF}">
      <dgm:prSet/>
      <dgm:spPr/>
      <dgm:t>
        <a:bodyPr/>
        <a:lstStyle/>
        <a:p>
          <a:endParaRPr lang="en-US"/>
        </a:p>
      </dgm:t>
    </dgm:pt>
    <dgm:pt modelId="{33492943-4029-4ACD-8885-54F69BC3DBA4}" type="sibTrans" cxnId="{2F9AEF9F-ED08-409E-B744-C13805C705AF}">
      <dgm:prSet/>
      <dgm:spPr/>
      <dgm:t>
        <a:bodyPr/>
        <a:lstStyle/>
        <a:p>
          <a:endParaRPr lang="en-US"/>
        </a:p>
      </dgm:t>
    </dgm:pt>
    <dgm:pt modelId="{C7CCA8F1-3F96-4E96-90F5-ECD1D2FEC15E}">
      <dgm:prSet phldrT="[Tekst]" custT="1"/>
      <dgm:spPr/>
      <dgm:t>
        <a:bodyPr/>
        <a:lstStyle/>
        <a:p>
          <a:r>
            <a:rPr lang="da-DK" sz="1400" noProof="0" dirty="0"/>
            <a:t>{}, [], (), \, /, #, …</a:t>
          </a:r>
          <a:endParaRPr lang="en-US" sz="1400" noProof="0" dirty="0"/>
        </a:p>
      </dgm:t>
    </dgm:pt>
    <dgm:pt modelId="{3878C5AF-3488-462E-B12B-FB7AE2419769}" type="parTrans" cxnId="{7BFF7D9D-BA04-4420-B1F7-E69CC4FD6E93}">
      <dgm:prSet/>
      <dgm:spPr/>
      <dgm:t>
        <a:bodyPr/>
        <a:lstStyle/>
        <a:p>
          <a:endParaRPr lang="en-US"/>
        </a:p>
      </dgm:t>
    </dgm:pt>
    <dgm:pt modelId="{62AECA73-9CA6-4492-A1EF-A28A6C22754E}" type="sibTrans" cxnId="{7BFF7D9D-BA04-4420-B1F7-E69CC4FD6E93}">
      <dgm:prSet/>
      <dgm:spPr/>
      <dgm:t>
        <a:bodyPr/>
        <a:lstStyle/>
        <a:p>
          <a:endParaRPr lang="en-US"/>
        </a:p>
      </dgm:t>
    </dgm:pt>
    <dgm:pt modelId="{192579A5-D0C0-4988-A61F-D700CAF33C1A}">
      <dgm:prSet phldrT="[Tekst]" custT="1"/>
      <dgm:spPr/>
      <dgm:t>
        <a:bodyPr/>
        <a:lstStyle/>
        <a:p>
          <a:r>
            <a:rPr lang="da-DK" sz="1400" noProof="0" dirty="0"/>
            <a:t>Variable </a:t>
          </a:r>
          <a:r>
            <a:rPr lang="da-DK" sz="1400" noProof="0" dirty="0" err="1"/>
            <a:t>names</a:t>
          </a:r>
          <a:endParaRPr lang="en-US" sz="1400" noProof="0" dirty="0"/>
        </a:p>
      </dgm:t>
    </dgm:pt>
    <dgm:pt modelId="{8DC9798A-47C2-4F1F-B828-299329938384}" type="parTrans" cxnId="{C01D3D05-0290-40E1-B6DD-FD6C8EF12043}">
      <dgm:prSet/>
      <dgm:spPr/>
      <dgm:t>
        <a:bodyPr/>
        <a:lstStyle/>
        <a:p>
          <a:endParaRPr lang="en-US"/>
        </a:p>
      </dgm:t>
    </dgm:pt>
    <dgm:pt modelId="{A7E6D7B2-BB6E-4758-A632-1385A3A872FF}" type="sibTrans" cxnId="{C01D3D05-0290-40E1-B6DD-FD6C8EF12043}">
      <dgm:prSet/>
      <dgm:spPr/>
      <dgm:t>
        <a:bodyPr/>
        <a:lstStyle/>
        <a:p>
          <a:endParaRPr lang="en-US"/>
        </a:p>
      </dgm:t>
    </dgm:pt>
    <dgm:pt modelId="{3D084AE4-D05E-494C-B4E3-F39A1D52C591}">
      <dgm:prSet phldrT="[Tekst]" custT="1"/>
      <dgm:spPr/>
      <dgm:t>
        <a:bodyPr/>
        <a:lstStyle/>
        <a:p>
          <a:r>
            <a:rPr lang="da-DK" sz="1400" noProof="0" dirty="0" err="1"/>
            <a:t>Function</a:t>
          </a:r>
          <a:r>
            <a:rPr lang="da-DK" sz="1400" noProof="0" dirty="0"/>
            <a:t> </a:t>
          </a:r>
          <a:r>
            <a:rPr lang="da-DK" sz="1400" noProof="0" dirty="0" err="1"/>
            <a:t>names</a:t>
          </a:r>
          <a:endParaRPr lang="en-US" sz="1400" noProof="0" dirty="0"/>
        </a:p>
      </dgm:t>
    </dgm:pt>
    <dgm:pt modelId="{32518531-7CC5-462C-AFF4-DB44ACB99C69}" type="parTrans" cxnId="{13487F7B-8DC2-4BD8-BBCA-081021E23F87}">
      <dgm:prSet/>
      <dgm:spPr/>
      <dgm:t>
        <a:bodyPr/>
        <a:lstStyle/>
        <a:p>
          <a:endParaRPr lang="en-US"/>
        </a:p>
      </dgm:t>
    </dgm:pt>
    <dgm:pt modelId="{BA990C9E-6FD3-4A41-BBB1-5006A9BE99DF}" type="sibTrans" cxnId="{13487F7B-8DC2-4BD8-BBCA-081021E23F87}">
      <dgm:prSet/>
      <dgm:spPr/>
      <dgm:t>
        <a:bodyPr/>
        <a:lstStyle/>
        <a:p>
          <a:endParaRPr lang="en-US"/>
        </a:p>
      </dgm:t>
    </dgm:pt>
    <dgm:pt modelId="{886D2F41-786F-4318-B212-1E2024B15B92}" type="pres">
      <dgm:prSet presAssocID="{EBC44CF8-5592-46A1-B2EA-2306C7A7B9D8}" presName="hierChild1" presStyleCnt="0">
        <dgm:presLayoutVars>
          <dgm:orgChart val="1"/>
          <dgm:chPref val="1"/>
          <dgm:dir/>
          <dgm:animOne val="branch"/>
          <dgm:animLvl val="lvl"/>
          <dgm:resizeHandles/>
        </dgm:presLayoutVars>
      </dgm:prSet>
      <dgm:spPr/>
    </dgm:pt>
    <dgm:pt modelId="{545F85D4-67AA-47E0-A140-513A42EFBDC6}" type="pres">
      <dgm:prSet presAssocID="{4224F16D-E4C0-4250-9EFA-7C747A39F793}" presName="hierRoot1" presStyleCnt="0">
        <dgm:presLayoutVars>
          <dgm:hierBranch val="init"/>
        </dgm:presLayoutVars>
      </dgm:prSet>
      <dgm:spPr/>
    </dgm:pt>
    <dgm:pt modelId="{D103BD23-C52E-43FB-B1A0-12FE9F1645D2}" type="pres">
      <dgm:prSet presAssocID="{4224F16D-E4C0-4250-9EFA-7C747A39F793}" presName="rootComposite1" presStyleCnt="0"/>
      <dgm:spPr/>
    </dgm:pt>
    <dgm:pt modelId="{241526F4-D093-4E9D-BAED-0695FD37EEE8}" type="pres">
      <dgm:prSet presAssocID="{4224F16D-E4C0-4250-9EFA-7C747A39F793}" presName="rootText1" presStyleLbl="node0" presStyleIdx="0" presStyleCnt="1" custScaleX="142928" custLinFactNeighborX="800" custLinFactNeighborY="-45832">
        <dgm:presLayoutVars>
          <dgm:chPref val="3"/>
        </dgm:presLayoutVars>
      </dgm:prSet>
      <dgm:spPr/>
    </dgm:pt>
    <dgm:pt modelId="{33BDA6D9-DC2C-4318-B5F5-6BC0E90EE1BF}" type="pres">
      <dgm:prSet presAssocID="{4224F16D-E4C0-4250-9EFA-7C747A39F793}" presName="rootConnector1" presStyleLbl="node1" presStyleIdx="0" presStyleCnt="0"/>
      <dgm:spPr/>
    </dgm:pt>
    <dgm:pt modelId="{36F88AE2-1502-4FB0-8D52-E293D086CAD7}" type="pres">
      <dgm:prSet presAssocID="{4224F16D-E4C0-4250-9EFA-7C747A39F793}" presName="hierChild2" presStyleCnt="0"/>
      <dgm:spPr/>
    </dgm:pt>
    <dgm:pt modelId="{00B09104-B5E2-4D1F-9BEE-CACA494E029F}" type="pres">
      <dgm:prSet presAssocID="{5BA73491-6D8F-4D54-8C22-ED9718E8C773}" presName="Name37" presStyleLbl="parChTrans1D2" presStyleIdx="0" presStyleCnt="6"/>
      <dgm:spPr/>
    </dgm:pt>
    <dgm:pt modelId="{BA149A03-F73F-4AA7-AD37-E5698B8F6BFC}" type="pres">
      <dgm:prSet presAssocID="{633632CF-3971-4DAE-9D7B-30F94F90EF74}" presName="hierRoot2" presStyleCnt="0">
        <dgm:presLayoutVars>
          <dgm:hierBranch val="init"/>
        </dgm:presLayoutVars>
      </dgm:prSet>
      <dgm:spPr/>
    </dgm:pt>
    <dgm:pt modelId="{142ABBC2-9ED0-40FD-8E81-AA6A7DD4CF1B}" type="pres">
      <dgm:prSet presAssocID="{633632CF-3971-4DAE-9D7B-30F94F90EF74}" presName="rootComposite" presStyleCnt="0"/>
      <dgm:spPr/>
    </dgm:pt>
    <dgm:pt modelId="{316149DD-4A20-479B-BCF0-4A4887F9049D}" type="pres">
      <dgm:prSet presAssocID="{633632CF-3971-4DAE-9D7B-30F94F90EF74}" presName="rootText" presStyleLbl="node2" presStyleIdx="0" presStyleCnt="6" custScaleX="96031" custLinFactNeighborX="-85056">
        <dgm:presLayoutVars>
          <dgm:chPref val="3"/>
        </dgm:presLayoutVars>
      </dgm:prSet>
      <dgm:spPr/>
    </dgm:pt>
    <dgm:pt modelId="{6F32CBB0-2A11-45F0-8023-5D2196D052D7}" type="pres">
      <dgm:prSet presAssocID="{633632CF-3971-4DAE-9D7B-30F94F90EF74}" presName="rootConnector" presStyleLbl="node2" presStyleIdx="0" presStyleCnt="6"/>
      <dgm:spPr/>
    </dgm:pt>
    <dgm:pt modelId="{D6C33E95-60B8-4147-92BB-08CEBB19D089}" type="pres">
      <dgm:prSet presAssocID="{633632CF-3971-4DAE-9D7B-30F94F90EF74}" presName="hierChild4" presStyleCnt="0"/>
      <dgm:spPr/>
    </dgm:pt>
    <dgm:pt modelId="{712FB5CE-CA05-43F6-82C8-E8310F63E86A}" type="pres">
      <dgm:prSet presAssocID="{F77BA94F-5F5A-4244-B671-7D147C089B9A}" presName="Name37" presStyleLbl="parChTrans1D3" presStyleIdx="0" presStyleCnt="19"/>
      <dgm:spPr/>
    </dgm:pt>
    <dgm:pt modelId="{CCC6A562-BD99-40AF-BD66-C86AE2C38048}" type="pres">
      <dgm:prSet presAssocID="{9C26E6AD-47AB-46A2-B2EA-EF1F57DFDC1B}" presName="hierRoot2" presStyleCnt="0">
        <dgm:presLayoutVars>
          <dgm:hierBranch val="init"/>
        </dgm:presLayoutVars>
      </dgm:prSet>
      <dgm:spPr/>
    </dgm:pt>
    <dgm:pt modelId="{E767134E-7638-4900-A177-CD9D77276893}" type="pres">
      <dgm:prSet presAssocID="{9C26E6AD-47AB-46A2-B2EA-EF1F57DFDC1B}" presName="rootComposite" presStyleCnt="0"/>
      <dgm:spPr/>
    </dgm:pt>
    <dgm:pt modelId="{B7050186-4FB5-4A46-BFA1-81A4CAF3AC74}" type="pres">
      <dgm:prSet presAssocID="{9C26E6AD-47AB-46A2-B2EA-EF1F57DFDC1B}" presName="rootText" presStyleLbl="node3" presStyleIdx="0" presStyleCnt="19" custScaleX="103176" custScaleY="56948" custLinFactNeighborX="-65073" custLinFactNeighborY="513">
        <dgm:presLayoutVars>
          <dgm:chPref val="3"/>
        </dgm:presLayoutVars>
      </dgm:prSet>
      <dgm:spPr/>
    </dgm:pt>
    <dgm:pt modelId="{62F09096-4F77-4DE7-A555-8295D0B932D8}" type="pres">
      <dgm:prSet presAssocID="{9C26E6AD-47AB-46A2-B2EA-EF1F57DFDC1B}" presName="rootConnector" presStyleLbl="node3" presStyleIdx="0" presStyleCnt="19"/>
      <dgm:spPr/>
    </dgm:pt>
    <dgm:pt modelId="{057E8616-57D7-4D07-9870-92B2E038A22C}" type="pres">
      <dgm:prSet presAssocID="{9C26E6AD-47AB-46A2-B2EA-EF1F57DFDC1B}" presName="hierChild4" presStyleCnt="0"/>
      <dgm:spPr/>
    </dgm:pt>
    <dgm:pt modelId="{6A27063C-A5A4-4D82-A750-A8CE64CE715F}" type="pres">
      <dgm:prSet presAssocID="{9C26E6AD-47AB-46A2-B2EA-EF1F57DFDC1B}" presName="hierChild5" presStyleCnt="0"/>
      <dgm:spPr/>
    </dgm:pt>
    <dgm:pt modelId="{1626811E-630B-4776-B269-D80AA91087E5}" type="pres">
      <dgm:prSet presAssocID="{97117355-84E6-4A4D-BFA7-120FDBB4E866}" presName="Name37" presStyleLbl="parChTrans1D3" presStyleIdx="1" presStyleCnt="19"/>
      <dgm:spPr/>
    </dgm:pt>
    <dgm:pt modelId="{6988A93A-7A65-402A-9BB0-4F4FEFF6F2D8}" type="pres">
      <dgm:prSet presAssocID="{B3FB488A-56A7-4EA8-BCA2-4C93732FA7FC}" presName="hierRoot2" presStyleCnt="0">
        <dgm:presLayoutVars>
          <dgm:hierBranch val="init"/>
        </dgm:presLayoutVars>
      </dgm:prSet>
      <dgm:spPr/>
    </dgm:pt>
    <dgm:pt modelId="{1C3E9D2E-450E-49C9-BCFF-BC3366FBC979}" type="pres">
      <dgm:prSet presAssocID="{B3FB488A-56A7-4EA8-BCA2-4C93732FA7FC}" presName="rootComposite" presStyleCnt="0"/>
      <dgm:spPr/>
    </dgm:pt>
    <dgm:pt modelId="{FE72D7D6-90BC-428A-9F13-437DFEDD1E5A}" type="pres">
      <dgm:prSet presAssocID="{B3FB488A-56A7-4EA8-BCA2-4C93732FA7FC}" presName="rootText" presStyleLbl="node3" presStyleIdx="1" presStyleCnt="19" custScaleX="100000" custScaleY="56948" custLinFactNeighborX="-65073" custLinFactNeighborY="513">
        <dgm:presLayoutVars>
          <dgm:chPref val="3"/>
        </dgm:presLayoutVars>
      </dgm:prSet>
      <dgm:spPr/>
    </dgm:pt>
    <dgm:pt modelId="{C993D4B0-B573-42C4-A863-AB15C8D0AC83}" type="pres">
      <dgm:prSet presAssocID="{B3FB488A-56A7-4EA8-BCA2-4C93732FA7FC}" presName="rootConnector" presStyleLbl="node3" presStyleIdx="1" presStyleCnt="19"/>
      <dgm:spPr/>
    </dgm:pt>
    <dgm:pt modelId="{574B50B6-E3B9-4EE9-9516-77ECD21F9D31}" type="pres">
      <dgm:prSet presAssocID="{B3FB488A-56A7-4EA8-BCA2-4C93732FA7FC}" presName="hierChild4" presStyleCnt="0"/>
      <dgm:spPr/>
    </dgm:pt>
    <dgm:pt modelId="{6153F0B6-C50A-4547-AC09-E3CBFB7A2BDF}" type="pres">
      <dgm:prSet presAssocID="{B3FB488A-56A7-4EA8-BCA2-4C93732FA7FC}" presName="hierChild5" presStyleCnt="0"/>
      <dgm:spPr/>
    </dgm:pt>
    <dgm:pt modelId="{3F2FD686-4B96-4E90-961D-3F8578F8C453}" type="pres">
      <dgm:prSet presAssocID="{9F45F503-4A73-489C-AE85-E10536341517}" presName="Name37" presStyleLbl="parChTrans1D3" presStyleIdx="2" presStyleCnt="19"/>
      <dgm:spPr/>
    </dgm:pt>
    <dgm:pt modelId="{2629BAC9-F6ED-467F-B9B8-1B7E73790AE7}" type="pres">
      <dgm:prSet presAssocID="{884C1984-A1DE-4153-AEE6-77E310F90212}" presName="hierRoot2" presStyleCnt="0">
        <dgm:presLayoutVars>
          <dgm:hierBranch val="init"/>
        </dgm:presLayoutVars>
      </dgm:prSet>
      <dgm:spPr/>
    </dgm:pt>
    <dgm:pt modelId="{40FF5F0A-9183-4FA0-875D-3BD26C6F799A}" type="pres">
      <dgm:prSet presAssocID="{884C1984-A1DE-4153-AEE6-77E310F90212}" presName="rootComposite" presStyleCnt="0"/>
      <dgm:spPr/>
    </dgm:pt>
    <dgm:pt modelId="{C2BE18C1-5CCE-47C6-8255-2BEA16B15BB7}" type="pres">
      <dgm:prSet presAssocID="{884C1984-A1DE-4153-AEE6-77E310F90212}" presName="rootText" presStyleLbl="node3" presStyleIdx="2" presStyleCnt="19" custScaleX="100000" custScaleY="56948" custLinFactNeighborX="-65073" custLinFactNeighborY="513">
        <dgm:presLayoutVars>
          <dgm:chPref val="3"/>
        </dgm:presLayoutVars>
      </dgm:prSet>
      <dgm:spPr/>
    </dgm:pt>
    <dgm:pt modelId="{D52878E3-FA6D-4AC3-9526-36C011807DD0}" type="pres">
      <dgm:prSet presAssocID="{884C1984-A1DE-4153-AEE6-77E310F90212}" presName="rootConnector" presStyleLbl="node3" presStyleIdx="2" presStyleCnt="19"/>
      <dgm:spPr/>
    </dgm:pt>
    <dgm:pt modelId="{6AAB0A4C-337A-42E8-B2BF-21D1F52E866A}" type="pres">
      <dgm:prSet presAssocID="{884C1984-A1DE-4153-AEE6-77E310F90212}" presName="hierChild4" presStyleCnt="0"/>
      <dgm:spPr/>
    </dgm:pt>
    <dgm:pt modelId="{684E193C-3C22-4DDC-ABCE-C9B354706FCA}" type="pres">
      <dgm:prSet presAssocID="{884C1984-A1DE-4153-AEE6-77E310F90212}" presName="hierChild5" presStyleCnt="0"/>
      <dgm:spPr/>
    </dgm:pt>
    <dgm:pt modelId="{A4BB7E4F-FCC3-4EC9-BAE8-703F3D86DC4F}" type="pres">
      <dgm:prSet presAssocID="{89689489-F1A5-4E95-B0DB-755A3DA4438C}" presName="Name37" presStyleLbl="parChTrans1D3" presStyleIdx="3" presStyleCnt="19"/>
      <dgm:spPr/>
    </dgm:pt>
    <dgm:pt modelId="{2E9F167E-FC3E-459B-98D3-58B4CD79579B}" type="pres">
      <dgm:prSet presAssocID="{45C564E4-40E9-40A3-9415-C70F26DC6101}" presName="hierRoot2" presStyleCnt="0">
        <dgm:presLayoutVars>
          <dgm:hierBranch val="init"/>
        </dgm:presLayoutVars>
      </dgm:prSet>
      <dgm:spPr/>
    </dgm:pt>
    <dgm:pt modelId="{B610BC92-51E2-4790-BFF4-DAD22FE0E36B}" type="pres">
      <dgm:prSet presAssocID="{45C564E4-40E9-40A3-9415-C70F26DC6101}" presName="rootComposite" presStyleCnt="0"/>
      <dgm:spPr/>
    </dgm:pt>
    <dgm:pt modelId="{1E9329F2-5F8B-411F-AFB1-645736719AD2}" type="pres">
      <dgm:prSet presAssocID="{45C564E4-40E9-40A3-9415-C70F26DC6101}" presName="rootText" presStyleLbl="node3" presStyleIdx="3" presStyleCnt="19" custScaleX="100000" custScaleY="56948" custLinFactNeighborX="-65073" custLinFactNeighborY="513">
        <dgm:presLayoutVars>
          <dgm:chPref val="3"/>
        </dgm:presLayoutVars>
      </dgm:prSet>
      <dgm:spPr/>
    </dgm:pt>
    <dgm:pt modelId="{586060CF-C56A-4A3B-A3B5-612A425EBD0A}" type="pres">
      <dgm:prSet presAssocID="{45C564E4-40E9-40A3-9415-C70F26DC6101}" presName="rootConnector" presStyleLbl="node3" presStyleIdx="3" presStyleCnt="19"/>
      <dgm:spPr/>
    </dgm:pt>
    <dgm:pt modelId="{25079CDD-5BCB-4887-8BAC-E011F3069C21}" type="pres">
      <dgm:prSet presAssocID="{45C564E4-40E9-40A3-9415-C70F26DC6101}" presName="hierChild4" presStyleCnt="0"/>
      <dgm:spPr/>
    </dgm:pt>
    <dgm:pt modelId="{EA75E9B8-0B50-4E6F-9B9D-625A746D3AE1}" type="pres">
      <dgm:prSet presAssocID="{45C564E4-40E9-40A3-9415-C70F26DC6101}" presName="hierChild5" presStyleCnt="0"/>
      <dgm:spPr/>
    </dgm:pt>
    <dgm:pt modelId="{C35B8903-3443-499B-86F0-E2540D049C8F}" type="pres">
      <dgm:prSet presAssocID="{F027E8DD-E0AE-4EA9-87D6-E322B12D7AB2}" presName="Name37" presStyleLbl="parChTrans1D3" presStyleIdx="4" presStyleCnt="19"/>
      <dgm:spPr/>
    </dgm:pt>
    <dgm:pt modelId="{B9480CD7-9D77-4292-B560-A604BD6BE50D}" type="pres">
      <dgm:prSet presAssocID="{3FB1CA0A-1F40-4061-847C-0A288031E770}" presName="hierRoot2" presStyleCnt="0">
        <dgm:presLayoutVars>
          <dgm:hierBranch val="init"/>
        </dgm:presLayoutVars>
      </dgm:prSet>
      <dgm:spPr/>
    </dgm:pt>
    <dgm:pt modelId="{AF5A5B11-EE00-4E1F-B759-2DF8F16C7FE3}" type="pres">
      <dgm:prSet presAssocID="{3FB1CA0A-1F40-4061-847C-0A288031E770}" presName="rootComposite" presStyleCnt="0"/>
      <dgm:spPr/>
    </dgm:pt>
    <dgm:pt modelId="{55DA1A5A-12A0-4BB0-A1B2-14D807FF6FD8}" type="pres">
      <dgm:prSet presAssocID="{3FB1CA0A-1F40-4061-847C-0A288031E770}" presName="rootText" presStyleLbl="node3" presStyleIdx="4" presStyleCnt="19" custScaleX="100000" custScaleY="56948" custLinFactNeighborX="-65073" custLinFactNeighborY="513">
        <dgm:presLayoutVars>
          <dgm:chPref val="3"/>
        </dgm:presLayoutVars>
      </dgm:prSet>
      <dgm:spPr/>
    </dgm:pt>
    <dgm:pt modelId="{22E848BE-DFC7-4FA1-AC09-B7BDD0E2921C}" type="pres">
      <dgm:prSet presAssocID="{3FB1CA0A-1F40-4061-847C-0A288031E770}" presName="rootConnector" presStyleLbl="node3" presStyleIdx="4" presStyleCnt="19"/>
      <dgm:spPr/>
    </dgm:pt>
    <dgm:pt modelId="{04DCB569-540C-4489-965D-C7796C9C7387}" type="pres">
      <dgm:prSet presAssocID="{3FB1CA0A-1F40-4061-847C-0A288031E770}" presName="hierChild4" presStyleCnt="0"/>
      <dgm:spPr/>
    </dgm:pt>
    <dgm:pt modelId="{E664EE40-1907-4A03-A439-1D8F9D7F069C}" type="pres">
      <dgm:prSet presAssocID="{3FB1CA0A-1F40-4061-847C-0A288031E770}" presName="hierChild5" presStyleCnt="0"/>
      <dgm:spPr/>
    </dgm:pt>
    <dgm:pt modelId="{9FBDAC58-D7BD-46EE-BAED-22A50B73501E}" type="pres">
      <dgm:prSet presAssocID="{0B55604C-08DB-49D8-95D1-C5D051A8B65C}" presName="Name37" presStyleLbl="parChTrans1D3" presStyleIdx="5" presStyleCnt="19"/>
      <dgm:spPr/>
    </dgm:pt>
    <dgm:pt modelId="{F526F095-F815-41D6-A6E0-F1C22373C15E}" type="pres">
      <dgm:prSet presAssocID="{8D362794-51A7-4CE6-994A-4BED6DDDD02F}" presName="hierRoot2" presStyleCnt="0">
        <dgm:presLayoutVars>
          <dgm:hierBranch val="init"/>
        </dgm:presLayoutVars>
      </dgm:prSet>
      <dgm:spPr/>
    </dgm:pt>
    <dgm:pt modelId="{15A9166B-9263-4485-8E95-A25B210DC870}" type="pres">
      <dgm:prSet presAssocID="{8D362794-51A7-4CE6-994A-4BED6DDDD02F}" presName="rootComposite" presStyleCnt="0"/>
      <dgm:spPr/>
    </dgm:pt>
    <dgm:pt modelId="{9793A294-0BA3-43F6-851A-3E2D432D442C}" type="pres">
      <dgm:prSet presAssocID="{8D362794-51A7-4CE6-994A-4BED6DDDD02F}" presName="rootText" presStyleLbl="node3" presStyleIdx="5" presStyleCnt="19" custScaleX="100000" custScaleY="56948" custLinFactNeighborX="-65073" custLinFactNeighborY="513">
        <dgm:presLayoutVars>
          <dgm:chPref val="3"/>
        </dgm:presLayoutVars>
      </dgm:prSet>
      <dgm:spPr/>
    </dgm:pt>
    <dgm:pt modelId="{81296338-A6D9-4B44-A1AD-46A27B3F01A8}" type="pres">
      <dgm:prSet presAssocID="{8D362794-51A7-4CE6-994A-4BED6DDDD02F}" presName="rootConnector" presStyleLbl="node3" presStyleIdx="5" presStyleCnt="19"/>
      <dgm:spPr/>
    </dgm:pt>
    <dgm:pt modelId="{8C830CA5-1112-452D-950F-3A99D34D804A}" type="pres">
      <dgm:prSet presAssocID="{8D362794-51A7-4CE6-994A-4BED6DDDD02F}" presName="hierChild4" presStyleCnt="0"/>
      <dgm:spPr/>
    </dgm:pt>
    <dgm:pt modelId="{7AEB6F44-2DA3-4732-94C8-AFFB2F6EC24E}" type="pres">
      <dgm:prSet presAssocID="{8D362794-51A7-4CE6-994A-4BED6DDDD02F}" presName="hierChild5" presStyleCnt="0"/>
      <dgm:spPr/>
    </dgm:pt>
    <dgm:pt modelId="{6E8B8620-2A3B-4D87-8B07-FB53DEB32338}" type="pres">
      <dgm:prSet presAssocID="{633632CF-3971-4DAE-9D7B-30F94F90EF74}" presName="hierChild5" presStyleCnt="0"/>
      <dgm:spPr/>
    </dgm:pt>
    <dgm:pt modelId="{1FFDA1A9-194B-48AB-A17E-DD23F9DA92B1}" type="pres">
      <dgm:prSet presAssocID="{88CF5CEC-22C5-4BBA-8046-80EB3D1D5343}" presName="Name37" presStyleLbl="parChTrans1D2" presStyleIdx="1" presStyleCnt="6"/>
      <dgm:spPr/>
    </dgm:pt>
    <dgm:pt modelId="{4A30E2F1-8662-4786-BC0A-E6FFD0AFF8E7}" type="pres">
      <dgm:prSet presAssocID="{A4AA5E78-2E83-4F60-8055-685BC550D62A}" presName="hierRoot2" presStyleCnt="0">
        <dgm:presLayoutVars>
          <dgm:hierBranch val="init"/>
        </dgm:presLayoutVars>
      </dgm:prSet>
      <dgm:spPr/>
    </dgm:pt>
    <dgm:pt modelId="{C41BA63F-D8FB-4822-B0F7-DA52BE6ABB47}" type="pres">
      <dgm:prSet presAssocID="{A4AA5E78-2E83-4F60-8055-685BC550D62A}" presName="rootComposite" presStyleCnt="0"/>
      <dgm:spPr/>
    </dgm:pt>
    <dgm:pt modelId="{AD6FCBA5-107F-4E39-9D14-0F9C209CE42B}" type="pres">
      <dgm:prSet presAssocID="{A4AA5E78-2E83-4F60-8055-685BC550D62A}" presName="rootText" presStyleLbl="node2" presStyleIdx="1" presStyleCnt="6" custScaleX="99266" custLinFactNeighborX="-26650" custLinFactNeighborY="513">
        <dgm:presLayoutVars>
          <dgm:chPref val="3"/>
        </dgm:presLayoutVars>
      </dgm:prSet>
      <dgm:spPr/>
    </dgm:pt>
    <dgm:pt modelId="{583C3239-7A9A-4405-808D-357500F0A444}" type="pres">
      <dgm:prSet presAssocID="{A4AA5E78-2E83-4F60-8055-685BC550D62A}" presName="rootConnector" presStyleLbl="node2" presStyleIdx="1" presStyleCnt="6"/>
      <dgm:spPr/>
    </dgm:pt>
    <dgm:pt modelId="{38452564-D35D-4B4A-A1DE-52CBDB677910}" type="pres">
      <dgm:prSet presAssocID="{A4AA5E78-2E83-4F60-8055-685BC550D62A}" presName="hierChild4" presStyleCnt="0"/>
      <dgm:spPr/>
    </dgm:pt>
    <dgm:pt modelId="{6A2A5E04-0027-4083-A33C-78B5179ABE16}" type="pres">
      <dgm:prSet presAssocID="{ECBAC60C-C54E-43D5-B4DD-7D03D17F79BB}" presName="Name37" presStyleLbl="parChTrans1D3" presStyleIdx="6" presStyleCnt="19"/>
      <dgm:spPr/>
    </dgm:pt>
    <dgm:pt modelId="{F544D54A-A848-44BC-A056-CC5AF6AC70AA}" type="pres">
      <dgm:prSet presAssocID="{D125D46D-5803-498C-8210-A47012081385}" presName="hierRoot2" presStyleCnt="0">
        <dgm:presLayoutVars>
          <dgm:hierBranch val="init"/>
        </dgm:presLayoutVars>
      </dgm:prSet>
      <dgm:spPr/>
    </dgm:pt>
    <dgm:pt modelId="{FEA49C32-7152-49AA-AB95-9AE15FDDB9A3}" type="pres">
      <dgm:prSet presAssocID="{D125D46D-5803-498C-8210-A47012081385}" presName="rootComposite" presStyleCnt="0"/>
      <dgm:spPr/>
    </dgm:pt>
    <dgm:pt modelId="{F0CECF85-B5C3-4F33-9B57-BF760E7F8936}" type="pres">
      <dgm:prSet presAssocID="{D125D46D-5803-498C-8210-A47012081385}" presName="rootText" presStyleLbl="node3" presStyleIdx="6" presStyleCnt="19" custScaleX="237141" custScaleY="56948" custLinFactNeighborX="-29594" custLinFactNeighborY="513">
        <dgm:presLayoutVars>
          <dgm:chPref val="3"/>
        </dgm:presLayoutVars>
      </dgm:prSet>
      <dgm:spPr/>
    </dgm:pt>
    <dgm:pt modelId="{3DD7B17A-EF6B-4271-8D1D-F6F44750BF7A}" type="pres">
      <dgm:prSet presAssocID="{D125D46D-5803-498C-8210-A47012081385}" presName="rootConnector" presStyleLbl="node3" presStyleIdx="6" presStyleCnt="19"/>
      <dgm:spPr/>
    </dgm:pt>
    <dgm:pt modelId="{8B4CF692-2190-41E6-89E5-9E65FA69AE84}" type="pres">
      <dgm:prSet presAssocID="{D125D46D-5803-498C-8210-A47012081385}" presName="hierChild4" presStyleCnt="0"/>
      <dgm:spPr/>
    </dgm:pt>
    <dgm:pt modelId="{7492B679-451C-4491-9E5E-BDEC595CB6AF}" type="pres">
      <dgm:prSet presAssocID="{D125D46D-5803-498C-8210-A47012081385}" presName="hierChild5" presStyleCnt="0"/>
      <dgm:spPr/>
    </dgm:pt>
    <dgm:pt modelId="{51AD8570-E912-4D3B-AC56-457AA1D5E4F8}" type="pres">
      <dgm:prSet presAssocID="{9A4EFD8F-03F9-4ED5-B373-EE8E6CEF662D}" presName="Name37" presStyleLbl="parChTrans1D3" presStyleIdx="7" presStyleCnt="19"/>
      <dgm:spPr/>
    </dgm:pt>
    <dgm:pt modelId="{97E7DB2C-100F-4C48-ABD5-90143D8AA4BC}" type="pres">
      <dgm:prSet presAssocID="{789381F5-38E8-4D18-8E95-BD320E8E1B63}" presName="hierRoot2" presStyleCnt="0">
        <dgm:presLayoutVars>
          <dgm:hierBranch val="init"/>
        </dgm:presLayoutVars>
      </dgm:prSet>
      <dgm:spPr/>
    </dgm:pt>
    <dgm:pt modelId="{CB6645B0-F671-4F42-A111-AFA28E492B6B}" type="pres">
      <dgm:prSet presAssocID="{789381F5-38E8-4D18-8E95-BD320E8E1B63}" presName="rootComposite" presStyleCnt="0"/>
      <dgm:spPr/>
    </dgm:pt>
    <dgm:pt modelId="{AFDD2A41-0AC4-4DD3-BF5A-FAA889D200B5}" type="pres">
      <dgm:prSet presAssocID="{789381F5-38E8-4D18-8E95-BD320E8E1B63}" presName="rootText" presStyleLbl="node3" presStyleIdx="7" presStyleCnt="19" custScaleX="237141" custScaleY="76798" custLinFactNeighborX="-29594" custLinFactNeighborY="513">
        <dgm:presLayoutVars>
          <dgm:chPref val="3"/>
        </dgm:presLayoutVars>
      </dgm:prSet>
      <dgm:spPr/>
    </dgm:pt>
    <dgm:pt modelId="{69E5F15F-E15A-4801-AF72-822CCCE9AB1F}" type="pres">
      <dgm:prSet presAssocID="{789381F5-38E8-4D18-8E95-BD320E8E1B63}" presName="rootConnector" presStyleLbl="node3" presStyleIdx="7" presStyleCnt="19"/>
      <dgm:spPr/>
    </dgm:pt>
    <dgm:pt modelId="{E03F5181-A7CC-4546-A12F-6C15FF61AA32}" type="pres">
      <dgm:prSet presAssocID="{789381F5-38E8-4D18-8E95-BD320E8E1B63}" presName="hierChild4" presStyleCnt="0"/>
      <dgm:spPr/>
    </dgm:pt>
    <dgm:pt modelId="{09C9D295-32AB-4DCB-B388-D399EE326E22}" type="pres">
      <dgm:prSet presAssocID="{789381F5-38E8-4D18-8E95-BD320E8E1B63}" presName="hierChild5" presStyleCnt="0"/>
      <dgm:spPr/>
    </dgm:pt>
    <dgm:pt modelId="{2CEE59DD-550B-4A18-A1AD-9EB62E296F19}" type="pres">
      <dgm:prSet presAssocID="{D64FE767-F5E9-4BFB-BD3F-EF4B418AB559}" presName="Name37" presStyleLbl="parChTrans1D3" presStyleIdx="8" presStyleCnt="19"/>
      <dgm:spPr/>
    </dgm:pt>
    <dgm:pt modelId="{0EFA87C0-BC83-4372-9C24-75C614EBE8CD}" type="pres">
      <dgm:prSet presAssocID="{F53F0496-01AD-40B1-BEC5-C28B736DB0ED}" presName="hierRoot2" presStyleCnt="0">
        <dgm:presLayoutVars>
          <dgm:hierBranch val="init"/>
        </dgm:presLayoutVars>
      </dgm:prSet>
      <dgm:spPr/>
    </dgm:pt>
    <dgm:pt modelId="{89D9B32A-DF8D-4410-9569-31BBC1215EF5}" type="pres">
      <dgm:prSet presAssocID="{F53F0496-01AD-40B1-BEC5-C28B736DB0ED}" presName="rootComposite" presStyleCnt="0"/>
      <dgm:spPr/>
    </dgm:pt>
    <dgm:pt modelId="{C588F604-4C71-459E-9996-F4A026851A65}" type="pres">
      <dgm:prSet presAssocID="{F53F0496-01AD-40B1-BEC5-C28B736DB0ED}" presName="rootText" presStyleLbl="node3" presStyleIdx="8" presStyleCnt="19" custScaleX="237141" custScaleY="56948" custLinFactNeighborX="-29594" custLinFactNeighborY="513">
        <dgm:presLayoutVars>
          <dgm:chPref val="3"/>
        </dgm:presLayoutVars>
      </dgm:prSet>
      <dgm:spPr/>
    </dgm:pt>
    <dgm:pt modelId="{CB856E3A-DE53-4164-B59D-0EDECD8DA8C4}" type="pres">
      <dgm:prSet presAssocID="{F53F0496-01AD-40B1-BEC5-C28B736DB0ED}" presName="rootConnector" presStyleLbl="node3" presStyleIdx="8" presStyleCnt="19"/>
      <dgm:spPr/>
    </dgm:pt>
    <dgm:pt modelId="{FF5650FE-87EF-486B-A73C-E2F415A1EE1B}" type="pres">
      <dgm:prSet presAssocID="{F53F0496-01AD-40B1-BEC5-C28B736DB0ED}" presName="hierChild4" presStyleCnt="0"/>
      <dgm:spPr/>
    </dgm:pt>
    <dgm:pt modelId="{53FF7BCE-550C-4302-8118-931D556F7C3A}" type="pres">
      <dgm:prSet presAssocID="{F53F0496-01AD-40B1-BEC5-C28B736DB0ED}" presName="hierChild5" presStyleCnt="0"/>
      <dgm:spPr/>
    </dgm:pt>
    <dgm:pt modelId="{83EBAFE2-1374-43BD-84BD-A23B5ABD6892}" type="pres">
      <dgm:prSet presAssocID="{8C2BF4B1-B6F2-4A77-97BB-A66B22F99EB5}" presName="Name37" presStyleLbl="parChTrans1D3" presStyleIdx="9" presStyleCnt="19"/>
      <dgm:spPr/>
    </dgm:pt>
    <dgm:pt modelId="{E7924EDD-4E6D-4A20-9BA3-963D5A50D728}" type="pres">
      <dgm:prSet presAssocID="{A5734974-0BE2-4CD5-99FC-825F199813B3}" presName="hierRoot2" presStyleCnt="0">
        <dgm:presLayoutVars>
          <dgm:hierBranch val="init"/>
        </dgm:presLayoutVars>
      </dgm:prSet>
      <dgm:spPr/>
    </dgm:pt>
    <dgm:pt modelId="{9F7765E6-A0EC-4B43-BB95-28C6B271FFE4}" type="pres">
      <dgm:prSet presAssocID="{A5734974-0BE2-4CD5-99FC-825F199813B3}" presName="rootComposite" presStyleCnt="0"/>
      <dgm:spPr/>
    </dgm:pt>
    <dgm:pt modelId="{7A48EC60-51F3-4E67-AB7D-07B29B70C60D}" type="pres">
      <dgm:prSet presAssocID="{A5734974-0BE2-4CD5-99FC-825F199813B3}" presName="rootText" presStyleLbl="node3" presStyleIdx="9" presStyleCnt="19" custScaleX="237141" custScaleY="56948" custLinFactNeighborX="-29594" custLinFactNeighborY="513">
        <dgm:presLayoutVars>
          <dgm:chPref val="3"/>
        </dgm:presLayoutVars>
      </dgm:prSet>
      <dgm:spPr/>
    </dgm:pt>
    <dgm:pt modelId="{2A67B270-8617-4E10-A375-0BE24D42FCDD}" type="pres">
      <dgm:prSet presAssocID="{A5734974-0BE2-4CD5-99FC-825F199813B3}" presName="rootConnector" presStyleLbl="node3" presStyleIdx="9" presStyleCnt="19"/>
      <dgm:spPr/>
    </dgm:pt>
    <dgm:pt modelId="{F08F0E5B-C8E0-41F5-88C8-D5CB7FF425BE}" type="pres">
      <dgm:prSet presAssocID="{A5734974-0BE2-4CD5-99FC-825F199813B3}" presName="hierChild4" presStyleCnt="0"/>
      <dgm:spPr/>
    </dgm:pt>
    <dgm:pt modelId="{74DD0DA6-19F4-4867-99DD-3D036298A548}" type="pres">
      <dgm:prSet presAssocID="{A5734974-0BE2-4CD5-99FC-825F199813B3}" presName="hierChild5" presStyleCnt="0"/>
      <dgm:spPr/>
    </dgm:pt>
    <dgm:pt modelId="{16F40902-B653-4C40-B079-EF437F4745FD}" type="pres">
      <dgm:prSet presAssocID="{E252E372-499C-4A2A-9F73-A5A42CA6D3ED}" presName="Name37" presStyleLbl="parChTrans1D3" presStyleIdx="10" presStyleCnt="19"/>
      <dgm:spPr/>
    </dgm:pt>
    <dgm:pt modelId="{7100E03C-4918-4785-9044-A390A44EC2D2}" type="pres">
      <dgm:prSet presAssocID="{69E7C492-A0CD-449E-9C33-4CAE3655DFB0}" presName="hierRoot2" presStyleCnt="0">
        <dgm:presLayoutVars>
          <dgm:hierBranch val="init"/>
        </dgm:presLayoutVars>
      </dgm:prSet>
      <dgm:spPr/>
    </dgm:pt>
    <dgm:pt modelId="{1F78FD8E-A1F0-4B5C-9C50-26CA3020631D}" type="pres">
      <dgm:prSet presAssocID="{69E7C492-A0CD-449E-9C33-4CAE3655DFB0}" presName="rootComposite" presStyleCnt="0"/>
      <dgm:spPr/>
    </dgm:pt>
    <dgm:pt modelId="{C25DE249-8875-4463-85D3-99FDECF1277F}" type="pres">
      <dgm:prSet presAssocID="{69E7C492-A0CD-449E-9C33-4CAE3655DFB0}" presName="rootText" presStyleLbl="node3" presStyleIdx="10" presStyleCnt="19" custScaleX="237141" custScaleY="56948" custLinFactNeighborX="-29594" custLinFactNeighborY="513">
        <dgm:presLayoutVars>
          <dgm:chPref val="3"/>
        </dgm:presLayoutVars>
      </dgm:prSet>
      <dgm:spPr/>
    </dgm:pt>
    <dgm:pt modelId="{3FFAADE9-1B70-4295-83E7-8D1E478522F6}" type="pres">
      <dgm:prSet presAssocID="{69E7C492-A0CD-449E-9C33-4CAE3655DFB0}" presName="rootConnector" presStyleLbl="node3" presStyleIdx="10" presStyleCnt="19"/>
      <dgm:spPr/>
    </dgm:pt>
    <dgm:pt modelId="{10221AAC-1D5B-4EBF-8A48-B9D3D168E49D}" type="pres">
      <dgm:prSet presAssocID="{69E7C492-A0CD-449E-9C33-4CAE3655DFB0}" presName="hierChild4" presStyleCnt="0"/>
      <dgm:spPr/>
    </dgm:pt>
    <dgm:pt modelId="{BF8A7216-F408-4927-9521-0A8C9DDE6C13}" type="pres">
      <dgm:prSet presAssocID="{69E7C492-A0CD-449E-9C33-4CAE3655DFB0}" presName="hierChild5" presStyleCnt="0"/>
      <dgm:spPr/>
    </dgm:pt>
    <dgm:pt modelId="{DB7F34E6-B5A3-4846-A04C-EBACBE647391}" type="pres">
      <dgm:prSet presAssocID="{AD1672D5-A022-4166-B47C-FDADE706D3DF}" presName="Name37" presStyleLbl="parChTrans1D3" presStyleIdx="11" presStyleCnt="19"/>
      <dgm:spPr/>
    </dgm:pt>
    <dgm:pt modelId="{DE4EB339-58B2-4B3E-ABA6-827194F99F74}" type="pres">
      <dgm:prSet presAssocID="{03C281E7-DDB5-49A7-B1F9-898033612503}" presName="hierRoot2" presStyleCnt="0">
        <dgm:presLayoutVars>
          <dgm:hierBranch val="init"/>
        </dgm:presLayoutVars>
      </dgm:prSet>
      <dgm:spPr/>
    </dgm:pt>
    <dgm:pt modelId="{DE91C667-1EDB-4723-80A8-F85DD6ED2406}" type="pres">
      <dgm:prSet presAssocID="{03C281E7-DDB5-49A7-B1F9-898033612503}" presName="rootComposite" presStyleCnt="0"/>
      <dgm:spPr/>
    </dgm:pt>
    <dgm:pt modelId="{284AAC9C-A343-418C-96D3-0EC938A08886}" type="pres">
      <dgm:prSet presAssocID="{03C281E7-DDB5-49A7-B1F9-898033612503}" presName="rootText" presStyleLbl="node3" presStyleIdx="11" presStyleCnt="19" custScaleX="237141" custScaleY="81219" custLinFactNeighborX="-29594" custLinFactNeighborY="513">
        <dgm:presLayoutVars>
          <dgm:chPref val="3"/>
        </dgm:presLayoutVars>
      </dgm:prSet>
      <dgm:spPr/>
    </dgm:pt>
    <dgm:pt modelId="{4163C214-E3A8-408D-B910-AB7E3A3BCE64}" type="pres">
      <dgm:prSet presAssocID="{03C281E7-DDB5-49A7-B1F9-898033612503}" presName="rootConnector" presStyleLbl="node3" presStyleIdx="11" presStyleCnt="19"/>
      <dgm:spPr/>
    </dgm:pt>
    <dgm:pt modelId="{BB2A9940-355A-4D99-8372-B9AD298EEF09}" type="pres">
      <dgm:prSet presAssocID="{03C281E7-DDB5-49A7-B1F9-898033612503}" presName="hierChild4" presStyleCnt="0"/>
      <dgm:spPr/>
    </dgm:pt>
    <dgm:pt modelId="{BED6AAC5-C0C0-4C11-B4AB-D54063408A74}" type="pres">
      <dgm:prSet presAssocID="{03C281E7-DDB5-49A7-B1F9-898033612503}" presName="hierChild5" presStyleCnt="0"/>
      <dgm:spPr/>
    </dgm:pt>
    <dgm:pt modelId="{EBF61DE1-0F6D-45CE-A263-6AB14AA4E1E8}" type="pres">
      <dgm:prSet presAssocID="{A4AA5E78-2E83-4F60-8055-685BC550D62A}" presName="hierChild5" presStyleCnt="0"/>
      <dgm:spPr/>
    </dgm:pt>
    <dgm:pt modelId="{76F73F54-7CB1-4ACE-9038-DE46166D4079}" type="pres">
      <dgm:prSet presAssocID="{4F7FBD52-D6A1-4338-9771-F2002E5F6B75}" presName="Name37" presStyleLbl="parChTrans1D2" presStyleIdx="2" presStyleCnt="6"/>
      <dgm:spPr/>
    </dgm:pt>
    <dgm:pt modelId="{99383A52-9AB1-4F92-ABEA-F03CA30EA2F2}" type="pres">
      <dgm:prSet presAssocID="{1E34E429-3B1C-474D-9623-B03C5A0898DC}" presName="hierRoot2" presStyleCnt="0">
        <dgm:presLayoutVars>
          <dgm:hierBranch val="init"/>
        </dgm:presLayoutVars>
      </dgm:prSet>
      <dgm:spPr/>
    </dgm:pt>
    <dgm:pt modelId="{700BDA7A-ABE4-49C4-8A68-B80BB307BA4A}" type="pres">
      <dgm:prSet presAssocID="{1E34E429-3B1C-474D-9623-B03C5A0898DC}" presName="rootComposite" presStyleCnt="0"/>
      <dgm:spPr/>
    </dgm:pt>
    <dgm:pt modelId="{ECF10C6A-7C39-40A8-BEE0-63935E4B7D7A}" type="pres">
      <dgm:prSet presAssocID="{1E34E429-3B1C-474D-9623-B03C5A0898DC}" presName="rootText" presStyleLbl="node2" presStyleIdx="2" presStyleCnt="6" custScaleX="84493" custLinFactNeighborX="-21539" custLinFactNeighborY="-1">
        <dgm:presLayoutVars>
          <dgm:chPref val="3"/>
        </dgm:presLayoutVars>
      </dgm:prSet>
      <dgm:spPr/>
    </dgm:pt>
    <dgm:pt modelId="{A4AD4397-C90E-45FC-8C14-4EBF84B8DC03}" type="pres">
      <dgm:prSet presAssocID="{1E34E429-3B1C-474D-9623-B03C5A0898DC}" presName="rootConnector" presStyleLbl="node2" presStyleIdx="2" presStyleCnt="6"/>
      <dgm:spPr/>
    </dgm:pt>
    <dgm:pt modelId="{AB8C4CF8-4D03-49DB-B3A8-5ABD24D6D5EC}" type="pres">
      <dgm:prSet presAssocID="{1E34E429-3B1C-474D-9623-B03C5A0898DC}" presName="hierChild4" presStyleCnt="0"/>
      <dgm:spPr/>
    </dgm:pt>
    <dgm:pt modelId="{5EC49BDC-1198-492C-A48D-927DDAE0DB7E}" type="pres">
      <dgm:prSet presAssocID="{B088BEBF-AE62-4103-8EC7-80EA85259D7F}" presName="Name37" presStyleLbl="parChTrans1D3" presStyleIdx="12" presStyleCnt="19"/>
      <dgm:spPr/>
    </dgm:pt>
    <dgm:pt modelId="{FB0456DE-DCA6-46D0-9036-94FB756CCAFF}" type="pres">
      <dgm:prSet presAssocID="{A14220CC-E46E-4BB5-A14B-0F59CA674199}" presName="hierRoot2" presStyleCnt="0">
        <dgm:presLayoutVars>
          <dgm:hierBranch val="init"/>
        </dgm:presLayoutVars>
      </dgm:prSet>
      <dgm:spPr/>
    </dgm:pt>
    <dgm:pt modelId="{FA88357A-9A11-4531-ADB4-A141CBC9965C}" type="pres">
      <dgm:prSet presAssocID="{A14220CC-E46E-4BB5-A14B-0F59CA674199}" presName="rootComposite" presStyleCnt="0"/>
      <dgm:spPr/>
    </dgm:pt>
    <dgm:pt modelId="{0B44B6FA-92BD-4B30-B532-624F03EFA2BF}" type="pres">
      <dgm:prSet presAssocID="{A14220CC-E46E-4BB5-A14B-0F59CA674199}" presName="rootText" presStyleLbl="node3" presStyleIdx="12" presStyleCnt="19" custScaleX="103176" custScaleY="108640" custLinFactNeighborX="-21539" custLinFactNeighborY="-1601">
        <dgm:presLayoutVars>
          <dgm:chPref val="3"/>
        </dgm:presLayoutVars>
      </dgm:prSet>
      <dgm:spPr/>
    </dgm:pt>
    <dgm:pt modelId="{D78ABB9C-53B2-4EF8-A526-5BCB628E7D39}" type="pres">
      <dgm:prSet presAssocID="{A14220CC-E46E-4BB5-A14B-0F59CA674199}" presName="rootConnector" presStyleLbl="node3" presStyleIdx="12" presStyleCnt="19"/>
      <dgm:spPr/>
    </dgm:pt>
    <dgm:pt modelId="{02871712-484F-4BC7-8C6D-3EC886B5AF35}" type="pres">
      <dgm:prSet presAssocID="{A14220CC-E46E-4BB5-A14B-0F59CA674199}" presName="hierChild4" presStyleCnt="0"/>
      <dgm:spPr/>
    </dgm:pt>
    <dgm:pt modelId="{546C9F8B-6DA5-4AB9-9197-2A46EA4E9922}" type="pres">
      <dgm:prSet presAssocID="{A14220CC-E46E-4BB5-A14B-0F59CA674199}" presName="hierChild5" presStyleCnt="0"/>
      <dgm:spPr/>
    </dgm:pt>
    <dgm:pt modelId="{6829F625-52FD-4A27-983B-23F1A2EF7B61}" type="pres">
      <dgm:prSet presAssocID="{1E34E429-3B1C-474D-9623-B03C5A0898DC}" presName="hierChild5" presStyleCnt="0"/>
      <dgm:spPr/>
    </dgm:pt>
    <dgm:pt modelId="{C30796C7-D7C4-4878-AB65-50CA96A8AD01}" type="pres">
      <dgm:prSet presAssocID="{334B7B4A-A0EC-4BE3-BD57-2D500CC655D9}" presName="Name37" presStyleLbl="parChTrans1D2" presStyleIdx="3" presStyleCnt="6"/>
      <dgm:spPr/>
    </dgm:pt>
    <dgm:pt modelId="{F916A926-B076-484A-B58D-273DEC6B40F5}" type="pres">
      <dgm:prSet presAssocID="{BC0BE655-0F5F-495D-9A00-DAC06F460A34}" presName="hierRoot2" presStyleCnt="0">
        <dgm:presLayoutVars>
          <dgm:hierBranch val="init"/>
        </dgm:presLayoutVars>
      </dgm:prSet>
      <dgm:spPr/>
    </dgm:pt>
    <dgm:pt modelId="{6F9958CC-BC89-4365-8699-3AD7D9159D97}" type="pres">
      <dgm:prSet presAssocID="{BC0BE655-0F5F-495D-9A00-DAC06F460A34}" presName="rootComposite" presStyleCnt="0"/>
      <dgm:spPr/>
    </dgm:pt>
    <dgm:pt modelId="{4EA816CB-6AB7-4D30-91D2-E19223664521}" type="pres">
      <dgm:prSet presAssocID="{BC0BE655-0F5F-495D-9A00-DAC06F460A34}" presName="rootText" presStyleLbl="node2" presStyleIdx="3" presStyleCnt="6" custScaleX="96819">
        <dgm:presLayoutVars>
          <dgm:chPref val="3"/>
        </dgm:presLayoutVars>
      </dgm:prSet>
      <dgm:spPr/>
    </dgm:pt>
    <dgm:pt modelId="{09C6F1B5-B497-4EED-B053-BB14AB305045}" type="pres">
      <dgm:prSet presAssocID="{BC0BE655-0F5F-495D-9A00-DAC06F460A34}" presName="rootConnector" presStyleLbl="node2" presStyleIdx="3" presStyleCnt="6"/>
      <dgm:spPr/>
    </dgm:pt>
    <dgm:pt modelId="{C1BA8958-8495-4827-B5A9-6B1096CD1905}" type="pres">
      <dgm:prSet presAssocID="{BC0BE655-0F5F-495D-9A00-DAC06F460A34}" presName="hierChild4" presStyleCnt="0"/>
      <dgm:spPr/>
    </dgm:pt>
    <dgm:pt modelId="{4A297940-E560-43F1-B899-D90CAFEFF9F9}" type="pres">
      <dgm:prSet presAssocID="{6EDA1C38-4764-4423-8060-5ED8CCC0F01A}" presName="Name37" presStyleLbl="parChTrans1D3" presStyleIdx="13" presStyleCnt="19"/>
      <dgm:spPr/>
    </dgm:pt>
    <dgm:pt modelId="{58AFF325-7802-426B-9BF6-208D702CB128}" type="pres">
      <dgm:prSet presAssocID="{743610C1-9835-4646-A186-61AF59C69A49}" presName="hierRoot2" presStyleCnt="0">
        <dgm:presLayoutVars>
          <dgm:hierBranch val="init"/>
        </dgm:presLayoutVars>
      </dgm:prSet>
      <dgm:spPr/>
    </dgm:pt>
    <dgm:pt modelId="{77F82E10-48DC-49DC-BC5E-65A4287BE15A}" type="pres">
      <dgm:prSet presAssocID="{743610C1-9835-4646-A186-61AF59C69A49}" presName="rootComposite" presStyleCnt="0"/>
      <dgm:spPr/>
    </dgm:pt>
    <dgm:pt modelId="{70190753-20EF-468A-AF58-9CECB07CAC07}" type="pres">
      <dgm:prSet presAssocID="{743610C1-9835-4646-A186-61AF59C69A49}" presName="rootText" presStyleLbl="node3" presStyleIdx="13" presStyleCnt="19" custScaleX="110054" custScaleY="55711">
        <dgm:presLayoutVars>
          <dgm:chPref val="3"/>
        </dgm:presLayoutVars>
      </dgm:prSet>
      <dgm:spPr/>
    </dgm:pt>
    <dgm:pt modelId="{8E822BBC-7809-41B0-93E1-6B60FE855730}" type="pres">
      <dgm:prSet presAssocID="{743610C1-9835-4646-A186-61AF59C69A49}" presName="rootConnector" presStyleLbl="node3" presStyleIdx="13" presStyleCnt="19"/>
      <dgm:spPr/>
    </dgm:pt>
    <dgm:pt modelId="{25E92C3B-C2F3-40C3-9D18-F79BC0A145D3}" type="pres">
      <dgm:prSet presAssocID="{743610C1-9835-4646-A186-61AF59C69A49}" presName="hierChild4" presStyleCnt="0"/>
      <dgm:spPr/>
    </dgm:pt>
    <dgm:pt modelId="{F66023ED-7D5F-4346-8C2D-C8682426D59D}" type="pres">
      <dgm:prSet presAssocID="{743610C1-9835-4646-A186-61AF59C69A49}" presName="hierChild5" presStyleCnt="0"/>
      <dgm:spPr/>
    </dgm:pt>
    <dgm:pt modelId="{42CC8CFF-2ACE-4287-8A38-FE0B19AB0E8A}" type="pres">
      <dgm:prSet presAssocID="{47311D9D-83D8-4ACE-B991-1A0240300974}" presName="Name37" presStyleLbl="parChTrans1D3" presStyleIdx="14" presStyleCnt="19"/>
      <dgm:spPr/>
    </dgm:pt>
    <dgm:pt modelId="{86D86365-603A-4783-AC2D-E60FDC38C582}" type="pres">
      <dgm:prSet presAssocID="{B6D2EDFE-802F-4E0C-93BF-A0ED98D0E7F6}" presName="hierRoot2" presStyleCnt="0">
        <dgm:presLayoutVars>
          <dgm:hierBranch val="init"/>
        </dgm:presLayoutVars>
      </dgm:prSet>
      <dgm:spPr/>
    </dgm:pt>
    <dgm:pt modelId="{272CA3A7-9335-48BE-AE9A-E637B042E271}" type="pres">
      <dgm:prSet presAssocID="{B6D2EDFE-802F-4E0C-93BF-A0ED98D0E7F6}" presName="rootComposite" presStyleCnt="0"/>
      <dgm:spPr/>
    </dgm:pt>
    <dgm:pt modelId="{66591EBC-DAA4-4B50-99CE-1E8801ECC50E}" type="pres">
      <dgm:prSet presAssocID="{B6D2EDFE-802F-4E0C-93BF-A0ED98D0E7F6}" presName="rootText" presStyleLbl="node3" presStyleIdx="14" presStyleCnt="19" custScaleX="110054" custScaleY="55711">
        <dgm:presLayoutVars>
          <dgm:chPref val="3"/>
        </dgm:presLayoutVars>
      </dgm:prSet>
      <dgm:spPr/>
    </dgm:pt>
    <dgm:pt modelId="{32FF7B22-6423-4937-B02E-A59789120BA9}" type="pres">
      <dgm:prSet presAssocID="{B6D2EDFE-802F-4E0C-93BF-A0ED98D0E7F6}" presName="rootConnector" presStyleLbl="node3" presStyleIdx="14" presStyleCnt="19"/>
      <dgm:spPr/>
    </dgm:pt>
    <dgm:pt modelId="{6E43B992-AE0E-4AF9-8926-B4CF444F8DE9}" type="pres">
      <dgm:prSet presAssocID="{B6D2EDFE-802F-4E0C-93BF-A0ED98D0E7F6}" presName="hierChild4" presStyleCnt="0"/>
      <dgm:spPr/>
    </dgm:pt>
    <dgm:pt modelId="{EDD009A6-934B-46FD-81D8-C9099D8FD38C}" type="pres">
      <dgm:prSet presAssocID="{B6D2EDFE-802F-4E0C-93BF-A0ED98D0E7F6}" presName="hierChild5" presStyleCnt="0"/>
      <dgm:spPr/>
    </dgm:pt>
    <dgm:pt modelId="{B02A68B2-BD1F-469F-95C3-E963CE3879AA}" type="pres">
      <dgm:prSet presAssocID="{4E44B729-4FD2-400E-8B90-BD1D868B0915}" presName="Name37" presStyleLbl="parChTrans1D3" presStyleIdx="15" presStyleCnt="19"/>
      <dgm:spPr/>
    </dgm:pt>
    <dgm:pt modelId="{C6767614-A614-41C9-8842-01ED0477FC7A}" type="pres">
      <dgm:prSet presAssocID="{F35C074E-D97A-4488-BCC5-DD2EC3E4159B}" presName="hierRoot2" presStyleCnt="0">
        <dgm:presLayoutVars>
          <dgm:hierBranch val="init"/>
        </dgm:presLayoutVars>
      </dgm:prSet>
      <dgm:spPr/>
    </dgm:pt>
    <dgm:pt modelId="{0542CC96-E471-4E1F-845B-088CAD3A40B0}" type="pres">
      <dgm:prSet presAssocID="{F35C074E-D97A-4488-BCC5-DD2EC3E4159B}" presName="rootComposite" presStyleCnt="0"/>
      <dgm:spPr/>
    </dgm:pt>
    <dgm:pt modelId="{2560D3C0-49B9-4733-B1A3-1F04E90C7D41}" type="pres">
      <dgm:prSet presAssocID="{F35C074E-D97A-4488-BCC5-DD2EC3E4159B}" presName="rootText" presStyleLbl="node3" presStyleIdx="15" presStyleCnt="19" custScaleX="110054" custScaleY="55711">
        <dgm:presLayoutVars>
          <dgm:chPref val="3"/>
        </dgm:presLayoutVars>
      </dgm:prSet>
      <dgm:spPr/>
    </dgm:pt>
    <dgm:pt modelId="{26D402BA-D5F0-485D-A419-0325DD84E60A}" type="pres">
      <dgm:prSet presAssocID="{F35C074E-D97A-4488-BCC5-DD2EC3E4159B}" presName="rootConnector" presStyleLbl="node3" presStyleIdx="15" presStyleCnt="19"/>
      <dgm:spPr/>
    </dgm:pt>
    <dgm:pt modelId="{F925E2A5-4682-41D7-BA28-F4DB21388B02}" type="pres">
      <dgm:prSet presAssocID="{F35C074E-D97A-4488-BCC5-DD2EC3E4159B}" presName="hierChild4" presStyleCnt="0"/>
      <dgm:spPr/>
    </dgm:pt>
    <dgm:pt modelId="{8B74D4C1-1E7C-46EE-9C03-140498DFE852}" type="pres">
      <dgm:prSet presAssocID="{F35C074E-D97A-4488-BCC5-DD2EC3E4159B}" presName="hierChild5" presStyleCnt="0"/>
      <dgm:spPr/>
    </dgm:pt>
    <dgm:pt modelId="{382F202C-55A1-461E-991A-D4DE37D7E4A7}" type="pres">
      <dgm:prSet presAssocID="{BC0BE655-0F5F-495D-9A00-DAC06F460A34}" presName="hierChild5" presStyleCnt="0"/>
      <dgm:spPr/>
    </dgm:pt>
    <dgm:pt modelId="{C0B8E8F5-5261-4BB8-8351-F41EEE304B89}" type="pres">
      <dgm:prSet presAssocID="{3C498F2D-6E89-4945-84AB-C0166F5E6B66}" presName="Name37" presStyleLbl="parChTrans1D2" presStyleIdx="4" presStyleCnt="6"/>
      <dgm:spPr/>
    </dgm:pt>
    <dgm:pt modelId="{236F92CB-D31E-4F28-81C2-76128CF1F566}" type="pres">
      <dgm:prSet presAssocID="{D379CC98-9369-4B4E-AFF9-DCF4FDEA7672}" presName="hierRoot2" presStyleCnt="0">
        <dgm:presLayoutVars>
          <dgm:hierBranch val="init"/>
        </dgm:presLayoutVars>
      </dgm:prSet>
      <dgm:spPr/>
    </dgm:pt>
    <dgm:pt modelId="{56342D74-3305-4F2B-ADFA-0BEE07A3656A}" type="pres">
      <dgm:prSet presAssocID="{D379CC98-9369-4B4E-AFF9-DCF4FDEA7672}" presName="rootComposite" presStyleCnt="0"/>
      <dgm:spPr/>
    </dgm:pt>
    <dgm:pt modelId="{6E874E0E-CD39-4B8F-8BB1-758447ADE981}" type="pres">
      <dgm:prSet presAssocID="{D379CC98-9369-4B4E-AFF9-DCF4FDEA7672}" presName="rootText" presStyleLbl="node2" presStyleIdx="4" presStyleCnt="6" custLinFactNeighborX="20000">
        <dgm:presLayoutVars>
          <dgm:chPref val="3"/>
        </dgm:presLayoutVars>
      </dgm:prSet>
      <dgm:spPr/>
    </dgm:pt>
    <dgm:pt modelId="{95E33629-8A2C-4CAF-81CE-282569EE9D0C}" type="pres">
      <dgm:prSet presAssocID="{D379CC98-9369-4B4E-AFF9-DCF4FDEA7672}" presName="rootConnector" presStyleLbl="node2" presStyleIdx="4" presStyleCnt="6"/>
      <dgm:spPr/>
    </dgm:pt>
    <dgm:pt modelId="{B196C684-3D59-440C-8B60-A53FA93F2757}" type="pres">
      <dgm:prSet presAssocID="{D379CC98-9369-4B4E-AFF9-DCF4FDEA7672}" presName="hierChild4" presStyleCnt="0"/>
      <dgm:spPr/>
    </dgm:pt>
    <dgm:pt modelId="{17F2FE89-923D-4F3C-99B5-26302345BAA2}" type="pres">
      <dgm:prSet presAssocID="{3878C5AF-3488-462E-B12B-FB7AE2419769}" presName="Name37" presStyleLbl="parChTrans1D3" presStyleIdx="16" presStyleCnt="19"/>
      <dgm:spPr/>
    </dgm:pt>
    <dgm:pt modelId="{D16FD5DF-7BA5-49A0-B0A4-C1F7C069EB47}" type="pres">
      <dgm:prSet presAssocID="{C7CCA8F1-3F96-4E96-90F5-ECD1D2FEC15E}" presName="hierRoot2" presStyleCnt="0">
        <dgm:presLayoutVars>
          <dgm:hierBranch val="init"/>
        </dgm:presLayoutVars>
      </dgm:prSet>
      <dgm:spPr/>
    </dgm:pt>
    <dgm:pt modelId="{AF27F899-9B0D-4ABE-974F-E6E18258E1B5}" type="pres">
      <dgm:prSet presAssocID="{C7CCA8F1-3F96-4E96-90F5-ECD1D2FEC15E}" presName="rootComposite" presStyleCnt="0"/>
      <dgm:spPr/>
    </dgm:pt>
    <dgm:pt modelId="{12560C36-BCE1-4E78-ABEE-409BD084B9EA}" type="pres">
      <dgm:prSet presAssocID="{C7CCA8F1-3F96-4E96-90F5-ECD1D2FEC15E}" presName="rootText" presStyleLbl="node3" presStyleIdx="16" presStyleCnt="19" custScaleX="143000" custScaleY="130714" custLinFactNeighborX="20000">
        <dgm:presLayoutVars>
          <dgm:chPref val="3"/>
        </dgm:presLayoutVars>
      </dgm:prSet>
      <dgm:spPr/>
    </dgm:pt>
    <dgm:pt modelId="{4C531565-A2C7-41DC-87BC-5057A3499B96}" type="pres">
      <dgm:prSet presAssocID="{C7CCA8F1-3F96-4E96-90F5-ECD1D2FEC15E}" presName="rootConnector" presStyleLbl="node3" presStyleIdx="16" presStyleCnt="19"/>
      <dgm:spPr/>
    </dgm:pt>
    <dgm:pt modelId="{0DA4C9FB-CCC5-4A89-85F0-2DDA7F6DD190}" type="pres">
      <dgm:prSet presAssocID="{C7CCA8F1-3F96-4E96-90F5-ECD1D2FEC15E}" presName="hierChild4" presStyleCnt="0"/>
      <dgm:spPr/>
    </dgm:pt>
    <dgm:pt modelId="{405F07E1-D709-418A-A90E-2284D9C3B2A0}" type="pres">
      <dgm:prSet presAssocID="{C7CCA8F1-3F96-4E96-90F5-ECD1D2FEC15E}" presName="hierChild5" presStyleCnt="0"/>
      <dgm:spPr/>
    </dgm:pt>
    <dgm:pt modelId="{6E2DF728-2406-4D4A-B12B-3DCA45DC5000}" type="pres">
      <dgm:prSet presAssocID="{D379CC98-9369-4B4E-AFF9-DCF4FDEA7672}" presName="hierChild5" presStyleCnt="0"/>
      <dgm:spPr/>
    </dgm:pt>
    <dgm:pt modelId="{A34E8E39-F97B-4FAC-A009-AC9A2E8FD6EA}" type="pres">
      <dgm:prSet presAssocID="{4F079034-0A01-4BF7-A6C0-E37F7B442244}" presName="Name37" presStyleLbl="parChTrans1D2" presStyleIdx="5" presStyleCnt="6"/>
      <dgm:spPr/>
    </dgm:pt>
    <dgm:pt modelId="{4D4935E0-470B-454A-A087-85E63B7D9A3D}" type="pres">
      <dgm:prSet presAssocID="{35B1A56A-297B-4326-8815-E7CCDD729A8D}" presName="hierRoot2" presStyleCnt="0">
        <dgm:presLayoutVars>
          <dgm:hierBranch val="init"/>
        </dgm:presLayoutVars>
      </dgm:prSet>
      <dgm:spPr/>
    </dgm:pt>
    <dgm:pt modelId="{8841BE60-D5A5-4602-992C-6A2EFEA8B6E9}" type="pres">
      <dgm:prSet presAssocID="{35B1A56A-297B-4326-8815-E7CCDD729A8D}" presName="rootComposite" presStyleCnt="0"/>
      <dgm:spPr/>
    </dgm:pt>
    <dgm:pt modelId="{4DD3E079-E659-4CAA-8BD1-A49E007B995A}" type="pres">
      <dgm:prSet presAssocID="{35B1A56A-297B-4326-8815-E7CCDD729A8D}" presName="rootText" presStyleLbl="node2" presStyleIdx="5" presStyleCnt="6" custScaleX="131869" custLinFactNeighborX="51990">
        <dgm:presLayoutVars>
          <dgm:chPref val="3"/>
        </dgm:presLayoutVars>
      </dgm:prSet>
      <dgm:spPr/>
    </dgm:pt>
    <dgm:pt modelId="{D9E03D1D-3156-453F-9BB7-DA2043496990}" type="pres">
      <dgm:prSet presAssocID="{35B1A56A-297B-4326-8815-E7CCDD729A8D}" presName="rootConnector" presStyleLbl="node2" presStyleIdx="5" presStyleCnt="6"/>
      <dgm:spPr/>
    </dgm:pt>
    <dgm:pt modelId="{F347771F-D50D-412C-8DDA-267B4155D226}" type="pres">
      <dgm:prSet presAssocID="{35B1A56A-297B-4326-8815-E7CCDD729A8D}" presName="hierChild4" presStyleCnt="0"/>
      <dgm:spPr/>
    </dgm:pt>
    <dgm:pt modelId="{E0B4E239-EA6D-4AB8-BFBD-3C844A00FCCC}" type="pres">
      <dgm:prSet presAssocID="{8DC9798A-47C2-4F1F-B828-299329938384}" presName="Name37" presStyleLbl="parChTrans1D3" presStyleIdx="17" presStyleCnt="19"/>
      <dgm:spPr/>
    </dgm:pt>
    <dgm:pt modelId="{547F3F0F-C869-452C-AC0B-ACDEEE90C3D8}" type="pres">
      <dgm:prSet presAssocID="{192579A5-D0C0-4988-A61F-D700CAF33C1A}" presName="hierRoot2" presStyleCnt="0">
        <dgm:presLayoutVars>
          <dgm:hierBranch val="init"/>
        </dgm:presLayoutVars>
      </dgm:prSet>
      <dgm:spPr/>
    </dgm:pt>
    <dgm:pt modelId="{389E7A89-D3C7-4639-8DBD-685CDE7FE2B7}" type="pres">
      <dgm:prSet presAssocID="{192579A5-D0C0-4988-A61F-D700CAF33C1A}" presName="rootComposite" presStyleCnt="0"/>
      <dgm:spPr/>
    </dgm:pt>
    <dgm:pt modelId="{A0A5AC44-05D8-4ED1-B764-B9483CFC86FD}" type="pres">
      <dgm:prSet presAssocID="{192579A5-D0C0-4988-A61F-D700CAF33C1A}" presName="rootText" presStyleLbl="node3" presStyleIdx="17" presStyleCnt="19" custLinFactNeighborX="51990">
        <dgm:presLayoutVars>
          <dgm:chPref val="3"/>
        </dgm:presLayoutVars>
      </dgm:prSet>
      <dgm:spPr/>
    </dgm:pt>
    <dgm:pt modelId="{F761C7CE-19C7-4BC6-8BE6-623B1A9A9A85}" type="pres">
      <dgm:prSet presAssocID="{192579A5-D0C0-4988-A61F-D700CAF33C1A}" presName="rootConnector" presStyleLbl="node3" presStyleIdx="17" presStyleCnt="19"/>
      <dgm:spPr/>
    </dgm:pt>
    <dgm:pt modelId="{E66A1A22-D86F-4874-B8FC-4CF8FA5CD49C}" type="pres">
      <dgm:prSet presAssocID="{192579A5-D0C0-4988-A61F-D700CAF33C1A}" presName="hierChild4" presStyleCnt="0"/>
      <dgm:spPr/>
    </dgm:pt>
    <dgm:pt modelId="{AB496B2D-69D2-4157-BA6A-0F8CC3ED1178}" type="pres">
      <dgm:prSet presAssocID="{192579A5-D0C0-4988-A61F-D700CAF33C1A}" presName="hierChild5" presStyleCnt="0"/>
      <dgm:spPr/>
    </dgm:pt>
    <dgm:pt modelId="{0B257208-B03D-4873-BD72-64C0BFE7BB80}" type="pres">
      <dgm:prSet presAssocID="{32518531-7CC5-462C-AFF4-DB44ACB99C69}" presName="Name37" presStyleLbl="parChTrans1D3" presStyleIdx="18" presStyleCnt="19"/>
      <dgm:spPr/>
    </dgm:pt>
    <dgm:pt modelId="{C74AA743-F5B5-429A-BD28-6C9F37B7255E}" type="pres">
      <dgm:prSet presAssocID="{3D084AE4-D05E-494C-B4E3-F39A1D52C591}" presName="hierRoot2" presStyleCnt="0">
        <dgm:presLayoutVars>
          <dgm:hierBranch val="init"/>
        </dgm:presLayoutVars>
      </dgm:prSet>
      <dgm:spPr/>
    </dgm:pt>
    <dgm:pt modelId="{1A4E0DEC-2790-4A23-A0EE-5FB93136B028}" type="pres">
      <dgm:prSet presAssocID="{3D084AE4-D05E-494C-B4E3-F39A1D52C591}" presName="rootComposite" presStyleCnt="0"/>
      <dgm:spPr/>
    </dgm:pt>
    <dgm:pt modelId="{D822EDDF-D7BE-4830-8BE1-464128AA5270}" type="pres">
      <dgm:prSet presAssocID="{3D084AE4-D05E-494C-B4E3-F39A1D52C591}" presName="rootText" presStyleLbl="node3" presStyleIdx="18" presStyleCnt="19" custLinFactNeighborX="51990">
        <dgm:presLayoutVars>
          <dgm:chPref val="3"/>
        </dgm:presLayoutVars>
      </dgm:prSet>
      <dgm:spPr/>
    </dgm:pt>
    <dgm:pt modelId="{73027393-6A6F-4408-9F37-DF56B6C1A56F}" type="pres">
      <dgm:prSet presAssocID="{3D084AE4-D05E-494C-B4E3-F39A1D52C591}" presName="rootConnector" presStyleLbl="node3" presStyleIdx="18" presStyleCnt="19"/>
      <dgm:spPr/>
    </dgm:pt>
    <dgm:pt modelId="{0FAFB2FA-1E3D-4680-9983-9A714AC23D13}" type="pres">
      <dgm:prSet presAssocID="{3D084AE4-D05E-494C-B4E3-F39A1D52C591}" presName="hierChild4" presStyleCnt="0"/>
      <dgm:spPr/>
    </dgm:pt>
    <dgm:pt modelId="{044CC11F-4EF7-46C2-8458-8D6B630BEF9F}" type="pres">
      <dgm:prSet presAssocID="{3D084AE4-D05E-494C-B4E3-F39A1D52C591}" presName="hierChild5" presStyleCnt="0"/>
      <dgm:spPr/>
    </dgm:pt>
    <dgm:pt modelId="{C4D73A07-34F5-42CA-9616-6CDA7ECFA37F}" type="pres">
      <dgm:prSet presAssocID="{35B1A56A-297B-4326-8815-E7CCDD729A8D}" presName="hierChild5" presStyleCnt="0"/>
      <dgm:spPr/>
    </dgm:pt>
    <dgm:pt modelId="{B4C903CE-321E-4209-B68E-F21CA6A88E37}" type="pres">
      <dgm:prSet presAssocID="{4224F16D-E4C0-4250-9EFA-7C747A39F793}" presName="hierChild3" presStyleCnt="0"/>
      <dgm:spPr/>
    </dgm:pt>
  </dgm:ptLst>
  <dgm:cxnLst>
    <dgm:cxn modelId="{09A5E601-A666-40F3-8388-CEA0D4F2B5A1}" type="presOf" srcId="{192579A5-D0C0-4988-A61F-D700CAF33C1A}" destId="{F761C7CE-19C7-4BC6-8BE6-623B1A9A9A85}" srcOrd="1" destOrd="0" presId="urn:microsoft.com/office/officeart/2005/8/layout/orgChart1"/>
    <dgm:cxn modelId="{26E6C904-B0E8-42BA-BECC-F0EBAD93C00F}" type="presOf" srcId="{F53F0496-01AD-40B1-BEC5-C28B736DB0ED}" destId="{C588F604-4C71-459E-9996-F4A026851A65}" srcOrd="0" destOrd="0" presId="urn:microsoft.com/office/officeart/2005/8/layout/orgChart1"/>
    <dgm:cxn modelId="{C01D3D05-0290-40E1-B6DD-FD6C8EF12043}" srcId="{35B1A56A-297B-4326-8815-E7CCDD729A8D}" destId="{192579A5-D0C0-4988-A61F-D700CAF33C1A}" srcOrd="0" destOrd="0" parTransId="{8DC9798A-47C2-4F1F-B828-299329938384}" sibTransId="{A7E6D7B2-BB6E-4758-A632-1385A3A872FF}"/>
    <dgm:cxn modelId="{26941406-0D38-47F7-B9FC-6133027B49EF}" type="presOf" srcId="{3D084AE4-D05E-494C-B4E3-F39A1D52C591}" destId="{73027393-6A6F-4408-9F37-DF56B6C1A56F}" srcOrd="1" destOrd="0" presId="urn:microsoft.com/office/officeart/2005/8/layout/orgChart1"/>
    <dgm:cxn modelId="{0F9D7608-C575-4A39-B343-A20803F3485F}" srcId="{A4AA5E78-2E83-4F60-8055-685BC550D62A}" destId="{03C281E7-DDB5-49A7-B1F9-898033612503}" srcOrd="5" destOrd="0" parTransId="{AD1672D5-A022-4166-B47C-FDADE706D3DF}" sibTransId="{7E4A52EC-6D57-4D82-AA8E-ADC5C6967529}"/>
    <dgm:cxn modelId="{5A22C309-0586-4676-BBD3-0E8848D1186D}" srcId="{633632CF-3971-4DAE-9D7B-30F94F90EF74}" destId="{9C26E6AD-47AB-46A2-B2EA-EF1F57DFDC1B}" srcOrd="0" destOrd="0" parTransId="{F77BA94F-5F5A-4244-B671-7D147C089B9A}" sibTransId="{511E7827-8C48-4812-81C5-1BFB2F3AE3BA}"/>
    <dgm:cxn modelId="{F353F209-C4B0-4766-A6E1-1C7762CC4FDB}" type="presOf" srcId="{D379CC98-9369-4B4E-AFF9-DCF4FDEA7672}" destId="{6E874E0E-CD39-4B8F-8BB1-758447ADE981}" srcOrd="0" destOrd="0" presId="urn:microsoft.com/office/officeart/2005/8/layout/orgChart1"/>
    <dgm:cxn modelId="{AABB930D-DC23-4E82-ABF4-3D4B2E8F5433}" type="presOf" srcId="{A14220CC-E46E-4BB5-A14B-0F59CA674199}" destId="{D78ABB9C-53B2-4EF8-A526-5BCB628E7D39}" srcOrd="1" destOrd="0" presId="urn:microsoft.com/office/officeart/2005/8/layout/orgChart1"/>
    <dgm:cxn modelId="{8A946119-3312-4101-BB56-3CFA545996DF}" type="presOf" srcId="{4224F16D-E4C0-4250-9EFA-7C747A39F793}" destId="{241526F4-D093-4E9D-BAED-0695FD37EEE8}" srcOrd="0" destOrd="0" presId="urn:microsoft.com/office/officeart/2005/8/layout/orgChart1"/>
    <dgm:cxn modelId="{73FDD51A-3DA9-4A11-9DD9-6B5AF8DD1E32}" type="presOf" srcId="{B6D2EDFE-802F-4E0C-93BF-A0ED98D0E7F6}" destId="{32FF7B22-6423-4937-B02E-A59789120BA9}" srcOrd="1" destOrd="0" presId="urn:microsoft.com/office/officeart/2005/8/layout/orgChart1"/>
    <dgm:cxn modelId="{777BBB1E-A092-4BFA-A01E-15F297309BC0}" srcId="{A4AA5E78-2E83-4F60-8055-685BC550D62A}" destId="{A5734974-0BE2-4CD5-99FC-825F199813B3}" srcOrd="3" destOrd="0" parTransId="{8C2BF4B1-B6F2-4A77-97BB-A66B22F99EB5}" sibTransId="{EBB34965-3941-495F-8828-2B62F607CF25}"/>
    <dgm:cxn modelId="{75EEB51F-688A-4101-8FD7-61870043EC21}" type="presOf" srcId="{4224F16D-E4C0-4250-9EFA-7C747A39F793}" destId="{33BDA6D9-DC2C-4318-B5F5-6BC0E90EE1BF}" srcOrd="1" destOrd="0" presId="urn:microsoft.com/office/officeart/2005/8/layout/orgChart1"/>
    <dgm:cxn modelId="{672DF41F-2485-47C2-AC6A-429D6B742CA4}" type="presOf" srcId="{A4AA5E78-2E83-4F60-8055-685BC550D62A}" destId="{AD6FCBA5-107F-4E39-9D14-0F9C209CE42B}" srcOrd="0" destOrd="0" presId="urn:microsoft.com/office/officeart/2005/8/layout/orgChart1"/>
    <dgm:cxn modelId="{B36B9622-12BA-4A66-A592-25CFB7BAB026}" type="presOf" srcId="{8D362794-51A7-4CE6-994A-4BED6DDDD02F}" destId="{81296338-A6D9-4B44-A1AD-46A27B3F01A8}" srcOrd="1" destOrd="0" presId="urn:microsoft.com/office/officeart/2005/8/layout/orgChart1"/>
    <dgm:cxn modelId="{6A36E522-6199-4A24-85CB-7F85AA422640}" type="presOf" srcId="{C7CCA8F1-3F96-4E96-90F5-ECD1D2FEC15E}" destId="{4C531565-A2C7-41DC-87BC-5057A3499B96}" srcOrd="1" destOrd="0" presId="urn:microsoft.com/office/officeart/2005/8/layout/orgChart1"/>
    <dgm:cxn modelId="{A3248124-22D2-4180-8F9B-6FF9FBDD7450}" type="presOf" srcId="{334B7B4A-A0EC-4BE3-BD57-2D500CC655D9}" destId="{C30796C7-D7C4-4878-AB65-50CA96A8AD01}" srcOrd="0" destOrd="0" presId="urn:microsoft.com/office/officeart/2005/8/layout/orgChart1"/>
    <dgm:cxn modelId="{3CF74433-890B-428F-B358-5BCF09AC00AE}" type="presOf" srcId="{192579A5-D0C0-4988-A61F-D700CAF33C1A}" destId="{A0A5AC44-05D8-4ED1-B764-B9483CFC86FD}" srcOrd="0" destOrd="0" presId="urn:microsoft.com/office/officeart/2005/8/layout/orgChart1"/>
    <dgm:cxn modelId="{807EA633-E7DE-4E18-BA8E-0A3EAA0C411A}" srcId="{4224F16D-E4C0-4250-9EFA-7C747A39F793}" destId="{1E34E429-3B1C-474D-9623-B03C5A0898DC}" srcOrd="2" destOrd="0" parTransId="{4F7FBD52-D6A1-4338-9771-F2002E5F6B75}" sibTransId="{252ADE1E-C336-44E3-B1D6-1F82450F38D6}"/>
    <dgm:cxn modelId="{04C15435-C161-4B89-B68A-766FF58653FF}" srcId="{4224F16D-E4C0-4250-9EFA-7C747A39F793}" destId="{35B1A56A-297B-4326-8815-E7CCDD729A8D}" srcOrd="5" destOrd="0" parTransId="{4F079034-0A01-4BF7-A6C0-E37F7B442244}" sibTransId="{06AE8BEB-D9BA-4651-B908-BB7E024E3256}"/>
    <dgm:cxn modelId="{B318DE36-AADE-4ADE-8223-B4AD14724491}" type="presOf" srcId="{A5734974-0BE2-4CD5-99FC-825F199813B3}" destId="{2A67B270-8617-4E10-A375-0BE24D42FCDD}" srcOrd="1" destOrd="0" presId="urn:microsoft.com/office/officeart/2005/8/layout/orgChart1"/>
    <dgm:cxn modelId="{D9305C38-4639-4BF5-AD26-520BD71520CD}" type="presOf" srcId="{B6D2EDFE-802F-4E0C-93BF-A0ED98D0E7F6}" destId="{66591EBC-DAA4-4B50-99CE-1E8801ECC50E}" srcOrd="0" destOrd="0" presId="urn:microsoft.com/office/officeart/2005/8/layout/orgChart1"/>
    <dgm:cxn modelId="{BD463C39-1F2E-4A7D-A184-B07D199C6F4D}" type="presOf" srcId="{EBC44CF8-5592-46A1-B2EA-2306C7A7B9D8}" destId="{886D2F41-786F-4318-B212-1E2024B15B92}" srcOrd="0" destOrd="0" presId="urn:microsoft.com/office/officeart/2005/8/layout/orgChart1"/>
    <dgm:cxn modelId="{4C33633D-C9B9-4DF1-82C6-4779F205472A}" type="presOf" srcId="{9F45F503-4A73-489C-AE85-E10536341517}" destId="{3F2FD686-4B96-4E90-961D-3F8578F8C453}" srcOrd="0" destOrd="0" presId="urn:microsoft.com/office/officeart/2005/8/layout/orgChart1"/>
    <dgm:cxn modelId="{A2AC595E-6767-4D5D-BF63-62D7F25B2826}" type="presOf" srcId="{D125D46D-5803-498C-8210-A47012081385}" destId="{F0CECF85-B5C3-4F33-9B57-BF760E7F8936}" srcOrd="0" destOrd="0" presId="urn:microsoft.com/office/officeart/2005/8/layout/orgChart1"/>
    <dgm:cxn modelId="{A57D3A66-4A01-446F-871F-6B4D3AE133BC}" type="presOf" srcId="{3878C5AF-3488-462E-B12B-FB7AE2419769}" destId="{17F2FE89-923D-4F3C-99B5-26302345BAA2}" srcOrd="0" destOrd="0" presId="urn:microsoft.com/office/officeart/2005/8/layout/orgChart1"/>
    <dgm:cxn modelId="{60855966-EDB6-45D8-BCAB-0B8F216614F3}" type="presOf" srcId="{884C1984-A1DE-4153-AEE6-77E310F90212}" destId="{D52878E3-FA6D-4AC3-9526-36C011807DD0}" srcOrd="1" destOrd="0" presId="urn:microsoft.com/office/officeart/2005/8/layout/orgChart1"/>
    <dgm:cxn modelId="{2D83E846-9459-4F08-A643-3926E1150A30}" type="presOf" srcId="{789381F5-38E8-4D18-8E95-BD320E8E1B63}" destId="{69E5F15F-E15A-4801-AF72-822CCCE9AB1F}" srcOrd="1" destOrd="0" presId="urn:microsoft.com/office/officeart/2005/8/layout/orgChart1"/>
    <dgm:cxn modelId="{2D0F2247-A216-40B8-8D4C-D1B2BE8034F2}" srcId="{A4AA5E78-2E83-4F60-8055-685BC550D62A}" destId="{D125D46D-5803-498C-8210-A47012081385}" srcOrd="0" destOrd="0" parTransId="{ECBAC60C-C54E-43D5-B4DD-7D03D17F79BB}" sibTransId="{6C9F876D-C243-48CC-A6C6-3E603B596FCC}"/>
    <dgm:cxn modelId="{4914EA47-4013-421C-B000-D16DB0329E7F}" type="presOf" srcId="{03C281E7-DDB5-49A7-B1F9-898033612503}" destId="{284AAC9C-A343-418C-96D3-0EC938A08886}" srcOrd="0" destOrd="0" presId="urn:microsoft.com/office/officeart/2005/8/layout/orgChart1"/>
    <dgm:cxn modelId="{8BF51748-A769-4FB2-BEB1-D7DFBEC4E213}" type="presOf" srcId="{D379CC98-9369-4B4E-AFF9-DCF4FDEA7672}" destId="{95E33629-8A2C-4CAF-81CE-282569EE9D0C}" srcOrd="1" destOrd="0" presId="urn:microsoft.com/office/officeart/2005/8/layout/orgChart1"/>
    <dgm:cxn modelId="{0396DC69-4A34-4D03-ACB1-74F7AD813FC3}" type="presOf" srcId="{ECBAC60C-C54E-43D5-B4DD-7D03D17F79BB}" destId="{6A2A5E04-0027-4083-A33C-78B5179ABE16}" srcOrd="0" destOrd="0" presId="urn:microsoft.com/office/officeart/2005/8/layout/orgChart1"/>
    <dgm:cxn modelId="{5917184B-1580-49C7-85F5-E8AA55ED4AB4}" srcId="{633632CF-3971-4DAE-9D7B-30F94F90EF74}" destId="{45C564E4-40E9-40A3-9415-C70F26DC6101}" srcOrd="3" destOrd="0" parTransId="{89689489-F1A5-4E95-B0DB-755A3DA4438C}" sibTransId="{1A0A6A6E-A427-48F9-BAB2-EAFB47E7C44D}"/>
    <dgm:cxn modelId="{1DA8904C-8FB4-437B-A7D7-4035A1F013A3}" type="presOf" srcId="{D125D46D-5803-498C-8210-A47012081385}" destId="{3DD7B17A-EF6B-4271-8D1D-F6F44750BF7A}" srcOrd="1" destOrd="0" presId="urn:microsoft.com/office/officeart/2005/8/layout/orgChart1"/>
    <dgm:cxn modelId="{E6006B6D-1FA5-4923-AB45-E77CB3871ADC}" srcId="{BC0BE655-0F5F-495D-9A00-DAC06F460A34}" destId="{B6D2EDFE-802F-4E0C-93BF-A0ED98D0E7F6}" srcOrd="1" destOrd="0" parTransId="{47311D9D-83D8-4ACE-B991-1A0240300974}" sibTransId="{2B79E227-8857-4522-97AB-48E450018EF2}"/>
    <dgm:cxn modelId="{1207E84E-CE64-4D3E-97F5-94CC31972A16}" type="presOf" srcId="{9A4EFD8F-03F9-4ED5-B373-EE8E6CEF662D}" destId="{51AD8570-E912-4D3B-AC56-457AA1D5E4F8}" srcOrd="0" destOrd="0" presId="urn:microsoft.com/office/officeart/2005/8/layout/orgChart1"/>
    <dgm:cxn modelId="{1E357270-00A7-4E2E-A647-3AD775402E92}" type="presOf" srcId="{BC0BE655-0F5F-495D-9A00-DAC06F460A34}" destId="{09C6F1B5-B497-4EED-B053-BB14AB305045}" srcOrd="1" destOrd="0" presId="urn:microsoft.com/office/officeart/2005/8/layout/orgChart1"/>
    <dgm:cxn modelId="{A1B68570-27D6-4204-B03A-681D0761A9AC}" type="presOf" srcId="{1E34E429-3B1C-474D-9623-B03C5A0898DC}" destId="{A4AD4397-C90E-45FC-8C14-4EBF84B8DC03}" srcOrd="1" destOrd="0" presId="urn:microsoft.com/office/officeart/2005/8/layout/orgChart1"/>
    <dgm:cxn modelId="{817DC551-98AD-436F-B781-370CC2AD67CE}" type="presOf" srcId="{88CF5CEC-22C5-4BBA-8046-80EB3D1D5343}" destId="{1FFDA1A9-194B-48AB-A17E-DD23F9DA92B1}" srcOrd="0" destOrd="0" presId="urn:microsoft.com/office/officeart/2005/8/layout/orgChart1"/>
    <dgm:cxn modelId="{160EEC72-9932-4590-BF7C-9F4BA6F3FBBC}" type="presOf" srcId="{4E44B729-4FD2-400E-8B90-BD1D868B0915}" destId="{B02A68B2-BD1F-469F-95C3-E963CE3879AA}" srcOrd="0" destOrd="0" presId="urn:microsoft.com/office/officeart/2005/8/layout/orgChart1"/>
    <dgm:cxn modelId="{CF805953-0FE1-4999-A79B-CB786F007E14}" type="presOf" srcId="{D64FE767-F5E9-4BFB-BD3F-EF4B418AB559}" destId="{2CEE59DD-550B-4A18-A1AD-9EB62E296F19}" srcOrd="0" destOrd="0" presId="urn:microsoft.com/office/officeart/2005/8/layout/orgChart1"/>
    <dgm:cxn modelId="{AD9FC974-0CB8-484C-ADD0-1966CE922054}" type="presOf" srcId="{3C498F2D-6E89-4945-84AB-C0166F5E6B66}" destId="{C0B8E8F5-5261-4BB8-8351-F41EEE304B89}" srcOrd="0" destOrd="0" presId="urn:microsoft.com/office/officeart/2005/8/layout/orgChart1"/>
    <dgm:cxn modelId="{D17EF076-3D86-4052-BA2A-AEE023ACA767}" type="presOf" srcId="{45C564E4-40E9-40A3-9415-C70F26DC6101}" destId="{1E9329F2-5F8B-411F-AFB1-645736719AD2}" srcOrd="0" destOrd="0" presId="urn:microsoft.com/office/officeart/2005/8/layout/orgChart1"/>
    <dgm:cxn modelId="{41816977-1DA4-433B-9F43-6E2D4831C40D}" type="presOf" srcId="{B3FB488A-56A7-4EA8-BCA2-4C93732FA7FC}" destId="{C993D4B0-B573-42C4-A863-AB15C8D0AC83}" srcOrd="1" destOrd="0" presId="urn:microsoft.com/office/officeart/2005/8/layout/orgChart1"/>
    <dgm:cxn modelId="{318CF477-C115-4634-B15C-31A2DD787EBE}" type="presOf" srcId="{4F7FBD52-D6A1-4338-9771-F2002E5F6B75}" destId="{76F73F54-7CB1-4ACE-9038-DE46166D4079}" srcOrd="0" destOrd="0" presId="urn:microsoft.com/office/officeart/2005/8/layout/orgChart1"/>
    <dgm:cxn modelId="{19E88178-331F-4528-A981-DAB5A86F8459}" type="presOf" srcId="{3D084AE4-D05E-494C-B4E3-F39A1D52C591}" destId="{D822EDDF-D7BE-4830-8BE1-464128AA5270}" srcOrd="0" destOrd="0" presId="urn:microsoft.com/office/officeart/2005/8/layout/orgChart1"/>
    <dgm:cxn modelId="{233FDA79-2652-40B2-9A95-3363CF9CC73F}" type="presOf" srcId="{F35C074E-D97A-4488-BCC5-DD2EC3E4159B}" destId="{2560D3C0-49B9-4733-B1A3-1F04E90C7D41}" srcOrd="0" destOrd="0" presId="urn:microsoft.com/office/officeart/2005/8/layout/orgChart1"/>
    <dgm:cxn modelId="{7BA4C67A-1DBC-42FC-96E4-2397C651A84A}" type="presOf" srcId="{B088BEBF-AE62-4103-8EC7-80EA85259D7F}" destId="{5EC49BDC-1198-492C-A48D-927DDAE0DB7E}" srcOrd="0" destOrd="0" presId="urn:microsoft.com/office/officeart/2005/8/layout/orgChart1"/>
    <dgm:cxn modelId="{13487F7B-8DC2-4BD8-BBCA-081021E23F87}" srcId="{35B1A56A-297B-4326-8815-E7CCDD729A8D}" destId="{3D084AE4-D05E-494C-B4E3-F39A1D52C591}" srcOrd="1" destOrd="0" parTransId="{32518531-7CC5-462C-AFF4-DB44ACB99C69}" sibTransId="{BA990C9E-6FD3-4A41-BBB1-5006A9BE99DF}"/>
    <dgm:cxn modelId="{5874247F-2422-4E47-8E05-B8808B53F5C9}" srcId="{4224F16D-E4C0-4250-9EFA-7C747A39F793}" destId="{BC0BE655-0F5F-495D-9A00-DAC06F460A34}" srcOrd="3" destOrd="0" parTransId="{334B7B4A-A0EC-4BE3-BD57-2D500CC655D9}" sibTransId="{B44FBCDD-38D0-4763-9095-FA316015ED4F}"/>
    <dgm:cxn modelId="{EB8E2C80-26ED-4FD7-B160-063A61A8DBC3}" type="presOf" srcId="{6EDA1C38-4764-4423-8060-5ED8CCC0F01A}" destId="{4A297940-E560-43F1-B899-D90CAFEFF9F9}" srcOrd="0" destOrd="0" presId="urn:microsoft.com/office/officeart/2005/8/layout/orgChart1"/>
    <dgm:cxn modelId="{BC8E6780-3FC5-4C5B-B5F0-A3B95D6AD797}" srcId="{4224F16D-E4C0-4250-9EFA-7C747A39F793}" destId="{633632CF-3971-4DAE-9D7B-30F94F90EF74}" srcOrd="0" destOrd="0" parTransId="{5BA73491-6D8F-4D54-8C22-ED9718E8C773}" sibTransId="{D3D2AE8F-62FA-4DE6-9400-38E384816E25}"/>
    <dgm:cxn modelId="{6AB21581-8711-4AFC-BD3C-90B4265962DD}" type="presOf" srcId="{E252E372-499C-4A2A-9F73-A5A42CA6D3ED}" destId="{16F40902-B653-4C40-B079-EF437F4745FD}" srcOrd="0" destOrd="0" presId="urn:microsoft.com/office/officeart/2005/8/layout/orgChart1"/>
    <dgm:cxn modelId="{C5C49083-7E1B-4BBE-8832-1F0D617DCC14}" type="presOf" srcId="{8D362794-51A7-4CE6-994A-4BED6DDDD02F}" destId="{9793A294-0BA3-43F6-851A-3E2D432D442C}" srcOrd="0" destOrd="0" presId="urn:microsoft.com/office/officeart/2005/8/layout/orgChart1"/>
    <dgm:cxn modelId="{FBCEA085-B1F7-418B-B0ED-F6B868134CEF}" type="presOf" srcId="{F35C074E-D97A-4488-BCC5-DD2EC3E4159B}" destId="{26D402BA-D5F0-485D-A419-0325DD84E60A}" srcOrd="1" destOrd="0" presId="urn:microsoft.com/office/officeart/2005/8/layout/orgChart1"/>
    <dgm:cxn modelId="{008BB388-954D-4637-9093-4092B7A316C1}" type="presOf" srcId="{B3FB488A-56A7-4EA8-BCA2-4C93732FA7FC}" destId="{FE72D7D6-90BC-428A-9F13-437DFEDD1E5A}" srcOrd="0" destOrd="0" presId="urn:microsoft.com/office/officeart/2005/8/layout/orgChart1"/>
    <dgm:cxn modelId="{26EE6089-67EB-4E8F-A947-12A5DC5DFF7C}" srcId="{633632CF-3971-4DAE-9D7B-30F94F90EF74}" destId="{884C1984-A1DE-4153-AEE6-77E310F90212}" srcOrd="2" destOrd="0" parTransId="{9F45F503-4A73-489C-AE85-E10536341517}" sibTransId="{E7AE3888-5294-4112-B3E9-C4445FFEE8F7}"/>
    <dgm:cxn modelId="{50F60C8B-23EB-450B-BD68-60C2AD72238A}" srcId="{BC0BE655-0F5F-495D-9A00-DAC06F460A34}" destId="{F35C074E-D97A-4488-BCC5-DD2EC3E4159B}" srcOrd="2" destOrd="0" parTransId="{4E44B729-4FD2-400E-8B90-BD1D868B0915}" sibTransId="{4BEFC5DD-50E1-4FBC-8871-071A9976849E}"/>
    <dgm:cxn modelId="{315CDB8C-47F4-4F3F-A86C-20D91D5D9E1F}" type="presOf" srcId="{3FB1CA0A-1F40-4061-847C-0A288031E770}" destId="{22E848BE-DFC7-4FA1-AC09-B7BDD0E2921C}" srcOrd="1" destOrd="0" presId="urn:microsoft.com/office/officeart/2005/8/layout/orgChart1"/>
    <dgm:cxn modelId="{EB42728E-CA4E-49D5-867D-D84234DBF46C}" type="presOf" srcId="{9C26E6AD-47AB-46A2-B2EA-EF1F57DFDC1B}" destId="{62F09096-4F77-4DE7-A555-8295D0B932D8}" srcOrd="1" destOrd="0" presId="urn:microsoft.com/office/officeart/2005/8/layout/orgChart1"/>
    <dgm:cxn modelId="{396F8493-FD28-41DB-B26E-EDC61B59B918}" srcId="{A4AA5E78-2E83-4F60-8055-685BC550D62A}" destId="{69E7C492-A0CD-449E-9C33-4CAE3655DFB0}" srcOrd="4" destOrd="0" parTransId="{E252E372-499C-4A2A-9F73-A5A42CA6D3ED}" sibTransId="{2900A165-48FB-4ECC-881B-369CF6B53168}"/>
    <dgm:cxn modelId="{7BFF7D9D-BA04-4420-B1F7-E69CC4FD6E93}" srcId="{D379CC98-9369-4B4E-AFF9-DCF4FDEA7672}" destId="{C7CCA8F1-3F96-4E96-90F5-ECD1D2FEC15E}" srcOrd="0" destOrd="0" parTransId="{3878C5AF-3488-462E-B12B-FB7AE2419769}" sibTransId="{62AECA73-9CA6-4492-A1EF-A28A6C22754E}"/>
    <dgm:cxn modelId="{2F9AEF9F-ED08-409E-B744-C13805C705AF}" srcId="{633632CF-3971-4DAE-9D7B-30F94F90EF74}" destId="{8D362794-51A7-4CE6-994A-4BED6DDDD02F}" srcOrd="5" destOrd="0" parTransId="{0B55604C-08DB-49D8-95D1-C5D051A8B65C}" sibTransId="{33492943-4029-4ACD-8885-54F69BC3DBA4}"/>
    <dgm:cxn modelId="{179846A6-0505-49AA-882A-E76B5B7704E4}" type="presOf" srcId="{3FB1CA0A-1F40-4061-847C-0A288031E770}" destId="{55DA1A5A-12A0-4BB0-A1B2-14D807FF6FD8}" srcOrd="0" destOrd="0" presId="urn:microsoft.com/office/officeart/2005/8/layout/orgChart1"/>
    <dgm:cxn modelId="{1E8354A9-AECF-4763-9F12-99111F96043E}" type="presOf" srcId="{743610C1-9835-4646-A186-61AF59C69A49}" destId="{70190753-20EF-468A-AF58-9CECB07CAC07}" srcOrd="0" destOrd="0" presId="urn:microsoft.com/office/officeart/2005/8/layout/orgChart1"/>
    <dgm:cxn modelId="{876981AD-75BF-4375-8BD3-A0DA1E9791A0}" srcId="{A4AA5E78-2E83-4F60-8055-685BC550D62A}" destId="{789381F5-38E8-4D18-8E95-BD320E8E1B63}" srcOrd="1" destOrd="0" parTransId="{9A4EFD8F-03F9-4ED5-B373-EE8E6CEF662D}" sibTransId="{3D2EC0CF-B602-45D2-9AD5-1644DD271D0F}"/>
    <dgm:cxn modelId="{77707CB0-0837-48F5-B88F-86797C29FE11}" type="presOf" srcId="{4F079034-0A01-4BF7-A6C0-E37F7B442244}" destId="{A34E8E39-F97B-4FAC-A009-AC9A2E8FD6EA}" srcOrd="0" destOrd="0" presId="urn:microsoft.com/office/officeart/2005/8/layout/orgChart1"/>
    <dgm:cxn modelId="{D45322B1-D8F7-48A6-BB1A-D7A727E56D85}" type="presOf" srcId="{A5734974-0BE2-4CD5-99FC-825F199813B3}" destId="{7A48EC60-51F3-4E67-AB7D-07B29B70C60D}" srcOrd="0" destOrd="0" presId="urn:microsoft.com/office/officeart/2005/8/layout/orgChart1"/>
    <dgm:cxn modelId="{D047D4B2-CC89-4846-B074-D4194E41F232}" type="presOf" srcId="{743610C1-9835-4646-A186-61AF59C69A49}" destId="{8E822BBC-7809-41B0-93E1-6B60FE855730}" srcOrd="1" destOrd="0" presId="urn:microsoft.com/office/officeart/2005/8/layout/orgChart1"/>
    <dgm:cxn modelId="{510FDFB4-2A9D-482D-A30D-DF1B935BB5DB}" type="presOf" srcId="{9C26E6AD-47AB-46A2-B2EA-EF1F57DFDC1B}" destId="{B7050186-4FB5-4A46-BFA1-81A4CAF3AC74}" srcOrd="0" destOrd="0" presId="urn:microsoft.com/office/officeart/2005/8/layout/orgChart1"/>
    <dgm:cxn modelId="{82610AB9-792C-48E5-BA4C-C0F1D9136180}" type="presOf" srcId="{03C281E7-DDB5-49A7-B1F9-898033612503}" destId="{4163C214-E3A8-408D-B910-AB7E3A3BCE64}" srcOrd="1" destOrd="0" presId="urn:microsoft.com/office/officeart/2005/8/layout/orgChart1"/>
    <dgm:cxn modelId="{F98607BB-FCE2-4D66-9362-2D3214635102}" srcId="{4224F16D-E4C0-4250-9EFA-7C747A39F793}" destId="{D379CC98-9369-4B4E-AFF9-DCF4FDEA7672}" srcOrd="4" destOrd="0" parTransId="{3C498F2D-6E89-4945-84AB-C0166F5E6B66}" sibTransId="{D8D87258-3AAC-4040-AA74-C678A2F6A4B8}"/>
    <dgm:cxn modelId="{091B0CBC-D856-4E1D-8C45-062DEC870216}" type="presOf" srcId="{69E7C492-A0CD-449E-9C33-4CAE3655DFB0}" destId="{C25DE249-8875-4463-85D3-99FDECF1277F}" srcOrd="0" destOrd="0" presId="urn:microsoft.com/office/officeart/2005/8/layout/orgChart1"/>
    <dgm:cxn modelId="{5EEADFBC-C870-45B3-9D94-899E557090E5}" type="presOf" srcId="{45C564E4-40E9-40A3-9415-C70F26DC6101}" destId="{586060CF-C56A-4A3B-A3B5-612A425EBD0A}" srcOrd="1" destOrd="0" presId="urn:microsoft.com/office/officeart/2005/8/layout/orgChart1"/>
    <dgm:cxn modelId="{278D86BD-DD72-4BE8-B251-CC7ACEE349AC}" srcId="{4224F16D-E4C0-4250-9EFA-7C747A39F793}" destId="{A4AA5E78-2E83-4F60-8055-685BC550D62A}" srcOrd="1" destOrd="0" parTransId="{88CF5CEC-22C5-4BBA-8046-80EB3D1D5343}" sibTransId="{240E04B3-7F9A-4CAC-AA69-24A02A09EAF4}"/>
    <dgm:cxn modelId="{7E9A02C0-0A17-4DD1-B21E-21FA46ADD57B}" type="presOf" srcId="{633632CF-3971-4DAE-9D7B-30F94F90EF74}" destId="{316149DD-4A20-479B-BCF0-4A4887F9049D}" srcOrd="0" destOrd="0" presId="urn:microsoft.com/office/officeart/2005/8/layout/orgChart1"/>
    <dgm:cxn modelId="{4F9504C0-B05C-4C72-B5D5-1F08C15C9A2C}" type="presOf" srcId="{35B1A56A-297B-4326-8815-E7CCDD729A8D}" destId="{4DD3E079-E659-4CAA-8BD1-A49E007B995A}" srcOrd="0" destOrd="0" presId="urn:microsoft.com/office/officeart/2005/8/layout/orgChart1"/>
    <dgm:cxn modelId="{AE7A91CA-B268-4D9A-BE99-2E9A3F543F4D}" type="presOf" srcId="{0B55604C-08DB-49D8-95D1-C5D051A8B65C}" destId="{9FBDAC58-D7BD-46EE-BAED-22A50B73501E}" srcOrd="0" destOrd="0" presId="urn:microsoft.com/office/officeart/2005/8/layout/orgChart1"/>
    <dgm:cxn modelId="{7DB685CB-D141-43A2-9C0B-CA8F8BEAA0D7}" type="presOf" srcId="{AD1672D5-A022-4166-B47C-FDADE706D3DF}" destId="{DB7F34E6-B5A3-4846-A04C-EBACBE647391}" srcOrd="0" destOrd="0" presId="urn:microsoft.com/office/officeart/2005/8/layout/orgChart1"/>
    <dgm:cxn modelId="{680776CC-FFF3-4FA1-BD99-D875DFD2CE50}" type="presOf" srcId="{1E34E429-3B1C-474D-9623-B03C5A0898DC}" destId="{ECF10C6A-7C39-40A8-BEE0-63935E4B7D7A}" srcOrd="0" destOrd="0" presId="urn:microsoft.com/office/officeart/2005/8/layout/orgChart1"/>
    <dgm:cxn modelId="{2E22C0CC-4FF6-45DF-8A61-EAE98A2CBCFB}" type="presOf" srcId="{97117355-84E6-4A4D-BFA7-120FDBB4E866}" destId="{1626811E-630B-4776-B269-D80AA91087E5}" srcOrd="0" destOrd="0" presId="urn:microsoft.com/office/officeart/2005/8/layout/orgChart1"/>
    <dgm:cxn modelId="{1DEA5DCE-1D0D-4961-B2D4-0D163670736B}" type="presOf" srcId="{F53F0496-01AD-40B1-BEC5-C28B736DB0ED}" destId="{CB856E3A-DE53-4164-B59D-0EDECD8DA8C4}" srcOrd="1" destOrd="0" presId="urn:microsoft.com/office/officeart/2005/8/layout/orgChart1"/>
    <dgm:cxn modelId="{363AD1CE-BBC0-4893-B684-85B8D635FD2B}" type="presOf" srcId="{89689489-F1A5-4E95-B0DB-755A3DA4438C}" destId="{A4BB7E4F-FCC3-4EC9-BAE8-703F3D86DC4F}" srcOrd="0" destOrd="0" presId="urn:microsoft.com/office/officeart/2005/8/layout/orgChart1"/>
    <dgm:cxn modelId="{F2DF25CF-E234-4694-9020-0531F3A42D4A}" srcId="{EBC44CF8-5592-46A1-B2EA-2306C7A7B9D8}" destId="{4224F16D-E4C0-4250-9EFA-7C747A39F793}" srcOrd="0" destOrd="0" parTransId="{4764781C-0A7E-437D-A5A3-7FE315335671}" sibTransId="{2E392CA9-FC57-4CCD-9FAE-221D640476DC}"/>
    <dgm:cxn modelId="{AF041FD0-3A73-4C17-BEDC-5F618B20D169}" type="presOf" srcId="{633632CF-3971-4DAE-9D7B-30F94F90EF74}" destId="{6F32CBB0-2A11-45F0-8023-5D2196D052D7}" srcOrd="1" destOrd="0" presId="urn:microsoft.com/office/officeart/2005/8/layout/orgChart1"/>
    <dgm:cxn modelId="{E6A46FD0-E9F5-484D-B391-4EE17FB9A4DA}" type="presOf" srcId="{884C1984-A1DE-4153-AEE6-77E310F90212}" destId="{C2BE18C1-5CCE-47C6-8255-2BEA16B15BB7}" srcOrd="0" destOrd="0" presId="urn:microsoft.com/office/officeart/2005/8/layout/orgChart1"/>
    <dgm:cxn modelId="{686614D3-3F68-4AF5-8C6F-7F0DD2EAC9EF}" type="presOf" srcId="{32518531-7CC5-462C-AFF4-DB44ACB99C69}" destId="{0B257208-B03D-4873-BD72-64C0BFE7BB80}" srcOrd="0" destOrd="0" presId="urn:microsoft.com/office/officeart/2005/8/layout/orgChart1"/>
    <dgm:cxn modelId="{855447D3-0470-456E-A086-EF3C698507D2}" type="presOf" srcId="{A4AA5E78-2E83-4F60-8055-685BC550D62A}" destId="{583C3239-7A9A-4405-808D-357500F0A444}" srcOrd="1" destOrd="0" presId="urn:microsoft.com/office/officeart/2005/8/layout/orgChart1"/>
    <dgm:cxn modelId="{19AB12D5-191F-4D42-84DE-4F0B5F501851}" srcId="{A4AA5E78-2E83-4F60-8055-685BC550D62A}" destId="{F53F0496-01AD-40B1-BEC5-C28B736DB0ED}" srcOrd="2" destOrd="0" parTransId="{D64FE767-F5E9-4BFB-BD3F-EF4B418AB559}" sibTransId="{75047260-0C40-4E21-ACA0-4A586AC16CDB}"/>
    <dgm:cxn modelId="{FDBC06D6-9CA8-424C-9F84-6FDD5C1247DE}" type="presOf" srcId="{789381F5-38E8-4D18-8E95-BD320E8E1B63}" destId="{AFDD2A41-0AC4-4DD3-BF5A-FAA889D200B5}" srcOrd="0" destOrd="0" presId="urn:microsoft.com/office/officeart/2005/8/layout/orgChart1"/>
    <dgm:cxn modelId="{8D4573D6-32B3-4524-A2F8-0187C0AF69FC}" type="presOf" srcId="{69E7C492-A0CD-449E-9C33-4CAE3655DFB0}" destId="{3FFAADE9-1B70-4295-83E7-8D1E478522F6}" srcOrd="1" destOrd="0" presId="urn:microsoft.com/office/officeart/2005/8/layout/orgChart1"/>
    <dgm:cxn modelId="{CBEFB2DD-33F6-44B1-8802-832A25F954D6}" type="presOf" srcId="{F77BA94F-5F5A-4244-B671-7D147C089B9A}" destId="{712FB5CE-CA05-43F6-82C8-E8310F63E86A}" srcOrd="0" destOrd="0" presId="urn:microsoft.com/office/officeart/2005/8/layout/orgChart1"/>
    <dgm:cxn modelId="{DA6CC2DE-5895-49F4-8C3B-18BBC9DC015D}" type="presOf" srcId="{47311D9D-83D8-4ACE-B991-1A0240300974}" destId="{42CC8CFF-2ACE-4287-8A38-FE0B19AB0E8A}" srcOrd="0" destOrd="0" presId="urn:microsoft.com/office/officeart/2005/8/layout/orgChart1"/>
    <dgm:cxn modelId="{DCDC42E0-2098-4014-A54E-83C523458E4F}" type="presOf" srcId="{35B1A56A-297B-4326-8815-E7CCDD729A8D}" destId="{D9E03D1D-3156-453F-9BB7-DA2043496990}" srcOrd="1" destOrd="0" presId="urn:microsoft.com/office/officeart/2005/8/layout/orgChart1"/>
    <dgm:cxn modelId="{7C107DE4-9BF6-4546-92F3-5F2B2D3F9995}" srcId="{633632CF-3971-4DAE-9D7B-30F94F90EF74}" destId="{B3FB488A-56A7-4EA8-BCA2-4C93732FA7FC}" srcOrd="1" destOrd="0" parTransId="{97117355-84E6-4A4D-BFA7-120FDBB4E866}" sibTransId="{F6FEBA50-1639-47B5-8AE9-FDCF9C71F566}"/>
    <dgm:cxn modelId="{EE8F14E8-23AD-46BF-8DB9-EB490DF860F0}" srcId="{BC0BE655-0F5F-495D-9A00-DAC06F460A34}" destId="{743610C1-9835-4646-A186-61AF59C69A49}" srcOrd="0" destOrd="0" parTransId="{6EDA1C38-4764-4423-8060-5ED8CCC0F01A}" sibTransId="{13176DFB-8060-426F-95B7-3C1710C0F4B6}"/>
    <dgm:cxn modelId="{07A363E9-142B-4BF9-99D4-1E710F5C6525}" type="presOf" srcId="{C7CCA8F1-3F96-4E96-90F5-ECD1D2FEC15E}" destId="{12560C36-BCE1-4E78-ABEE-409BD084B9EA}" srcOrd="0" destOrd="0" presId="urn:microsoft.com/office/officeart/2005/8/layout/orgChart1"/>
    <dgm:cxn modelId="{E78833F4-9061-4AA8-9C01-1DFB34C22149}" type="presOf" srcId="{F027E8DD-E0AE-4EA9-87D6-E322B12D7AB2}" destId="{C35B8903-3443-499B-86F0-E2540D049C8F}" srcOrd="0" destOrd="0" presId="urn:microsoft.com/office/officeart/2005/8/layout/orgChart1"/>
    <dgm:cxn modelId="{552670F5-43E1-4052-AF87-79C05CF696AE}" type="presOf" srcId="{8DC9798A-47C2-4F1F-B828-299329938384}" destId="{E0B4E239-EA6D-4AB8-BFBD-3C844A00FCCC}" srcOrd="0" destOrd="0" presId="urn:microsoft.com/office/officeart/2005/8/layout/orgChart1"/>
    <dgm:cxn modelId="{C597DFF7-E73C-4343-873C-9826973F7B99}" type="presOf" srcId="{A14220CC-E46E-4BB5-A14B-0F59CA674199}" destId="{0B44B6FA-92BD-4B30-B532-624F03EFA2BF}" srcOrd="0" destOrd="0" presId="urn:microsoft.com/office/officeart/2005/8/layout/orgChart1"/>
    <dgm:cxn modelId="{6A5CBFFB-B0F0-48B9-A1DC-BA7FECFF5F71}" type="presOf" srcId="{8C2BF4B1-B6F2-4A77-97BB-A66B22F99EB5}" destId="{83EBAFE2-1374-43BD-84BD-A23B5ABD6892}" srcOrd="0" destOrd="0" presId="urn:microsoft.com/office/officeart/2005/8/layout/orgChart1"/>
    <dgm:cxn modelId="{25C3FAFB-EF76-4941-9547-4C0F328A9926}" srcId="{633632CF-3971-4DAE-9D7B-30F94F90EF74}" destId="{3FB1CA0A-1F40-4061-847C-0A288031E770}" srcOrd="4" destOrd="0" parTransId="{F027E8DD-E0AE-4EA9-87D6-E322B12D7AB2}" sibTransId="{25DC9335-FEEC-460D-97A6-F2B52236320D}"/>
    <dgm:cxn modelId="{0D6EF1FC-01CD-4424-802C-3A6FE2AB21FC}" type="presOf" srcId="{5BA73491-6D8F-4D54-8C22-ED9718E8C773}" destId="{00B09104-B5E2-4D1F-9BEE-CACA494E029F}" srcOrd="0" destOrd="0" presId="urn:microsoft.com/office/officeart/2005/8/layout/orgChart1"/>
    <dgm:cxn modelId="{0E4ECEFD-CBFA-4265-8A81-338D1577DFC9}" type="presOf" srcId="{BC0BE655-0F5F-495D-9A00-DAC06F460A34}" destId="{4EA816CB-6AB7-4D30-91D2-E19223664521}" srcOrd="0" destOrd="0" presId="urn:microsoft.com/office/officeart/2005/8/layout/orgChart1"/>
    <dgm:cxn modelId="{03DFE3FF-FA26-40CC-9B65-624CC6B53608}" srcId="{1E34E429-3B1C-474D-9623-B03C5A0898DC}" destId="{A14220CC-E46E-4BB5-A14B-0F59CA674199}" srcOrd="0" destOrd="0" parTransId="{B088BEBF-AE62-4103-8EC7-80EA85259D7F}" sibTransId="{3D14F5B7-8E45-416A-A422-19F15DB604C5}"/>
    <dgm:cxn modelId="{AEE2209C-5D5A-4BEA-8013-821C36724DA5}" type="presParOf" srcId="{886D2F41-786F-4318-B212-1E2024B15B92}" destId="{545F85D4-67AA-47E0-A140-513A42EFBDC6}" srcOrd="0" destOrd="0" presId="urn:microsoft.com/office/officeart/2005/8/layout/orgChart1"/>
    <dgm:cxn modelId="{3B54FC47-58D9-47F6-9A28-1CE90C6C8DD9}" type="presParOf" srcId="{545F85D4-67AA-47E0-A140-513A42EFBDC6}" destId="{D103BD23-C52E-43FB-B1A0-12FE9F1645D2}" srcOrd="0" destOrd="0" presId="urn:microsoft.com/office/officeart/2005/8/layout/orgChart1"/>
    <dgm:cxn modelId="{ECE3A6E0-1C4E-42CA-856B-91B9441247A7}" type="presParOf" srcId="{D103BD23-C52E-43FB-B1A0-12FE9F1645D2}" destId="{241526F4-D093-4E9D-BAED-0695FD37EEE8}" srcOrd="0" destOrd="0" presId="urn:microsoft.com/office/officeart/2005/8/layout/orgChart1"/>
    <dgm:cxn modelId="{7AFB33DA-E8F5-4F91-8717-4662E8CCCD6F}" type="presParOf" srcId="{D103BD23-C52E-43FB-B1A0-12FE9F1645D2}" destId="{33BDA6D9-DC2C-4318-B5F5-6BC0E90EE1BF}" srcOrd="1" destOrd="0" presId="urn:microsoft.com/office/officeart/2005/8/layout/orgChart1"/>
    <dgm:cxn modelId="{84C2635E-979A-42F9-8A9B-F814EA503019}" type="presParOf" srcId="{545F85D4-67AA-47E0-A140-513A42EFBDC6}" destId="{36F88AE2-1502-4FB0-8D52-E293D086CAD7}" srcOrd="1" destOrd="0" presId="urn:microsoft.com/office/officeart/2005/8/layout/orgChart1"/>
    <dgm:cxn modelId="{0DD158CE-1823-4C30-B70A-326B88F7B93D}" type="presParOf" srcId="{36F88AE2-1502-4FB0-8D52-E293D086CAD7}" destId="{00B09104-B5E2-4D1F-9BEE-CACA494E029F}" srcOrd="0" destOrd="0" presId="urn:microsoft.com/office/officeart/2005/8/layout/orgChart1"/>
    <dgm:cxn modelId="{0AF0407D-FDFA-4C3A-BCD8-5D8DCD3B79FC}" type="presParOf" srcId="{36F88AE2-1502-4FB0-8D52-E293D086CAD7}" destId="{BA149A03-F73F-4AA7-AD37-E5698B8F6BFC}" srcOrd="1" destOrd="0" presId="urn:microsoft.com/office/officeart/2005/8/layout/orgChart1"/>
    <dgm:cxn modelId="{D7E1C8AB-50D3-47CA-985F-274DBC4ED407}" type="presParOf" srcId="{BA149A03-F73F-4AA7-AD37-E5698B8F6BFC}" destId="{142ABBC2-9ED0-40FD-8E81-AA6A7DD4CF1B}" srcOrd="0" destOrd="0" presId="urn:microsoft.com/office/officeart/2005/8/layout/orgChart1"/>
    <dgm:cxn modelId="{2933A3FE-9F16-43BB-9718-3BD73F9D756C}" type="presParOf" srcId="{142ABBC2-9ED0-40FD-8E81-AA6A7DD4CF1B}" destId="{316149DD-4A20-479B-BCF0-4A4887F9049D}" srcOrd="0" destOrd="0" presId="urn:microsoft.com/office/officeart/2005/8/layout/orgChart1"/>
    <dgm:cxn modelId="{2C9098BF-F572-46E7-9D9A-881AF422F3F7}" type="presParOf" srcId="{142ABBC2-9ED0-40FD-8E81-AA6A7DD4CF1B}" destId="{6F32CBB0-2A11-45F0-8023-5D2196D052D7}" srcOrd="1" destOrd="0" presId="urn:microsoft.com/office/officeart/2005/8/layout/orgChart1"/>
    <dgm:cxn modelId="{4DCD583D-E9E1-4C61-BC8C-CB7AB0E9763C}" type="presParOf" srcId="{BA149A03-F73F-4AA7-AD37-E5698B8F6BFC}" destId="{D6C33E95-60B8-4147-92BB-08CEBB19D089}" srcOrd="1" destOrd="0" presId="urn:microsoft.com/office/officeart/2005/8/layout/orgChart1"/>
    <dgm:cxn modelId="{2E2259AB-DFF9-462E-AD89-831C0AB030F6}" type="presParOf" srcId="{D6C33E95-60B8-4147-92BB-08CEBB19D089}" destId="{712FB5CE-CA05-43F6-82C8-E8310F63E86A}" srcOrd="0" destOrd="0" presId="urn:microsoft.com/office/officeart/2005/8/layout/orgChart1"/>
    <dgm:cxn modelId="{5237D2EE-FED7-40BD-BED3-FDBE61118883}" type="presParOf" srcId="{D6C33E95-60B8-4147-92BB-08CEBB19D089}" destId="{CCC6A562-BD99-40AF-BD66-C86AE2C38048}" srcOrd="1" destOrd="0" presId="urn:microsoft.com/office/officeart/2005/8/layout/orgChart1"/>
    <dgm:cxn modelId="{4272AA8F-492E-4553-B812-3A92EE0E0449}" type="presParOf" srcId="{CCC6A562-BD99-40AF-BD66-C86AE2C38048}" destId="{E767134E-7638-4900-A177-CD9D77276893}" srcOrd="0" destOrd="0" presId="urn:microsoft.com/office/officeart/2005/8/layout/orgChart1"/>
    <dgm:cxn modelId="{637C255C-21AE-4853-8C10-F7CC3E07FDB2}" type="presParOf" srcId="{E767134E-7638-4900-A177-CD9D77276893}" destId="{B7050186-4FB5-4A46-BFA1-81A4CAF3AC74}" srcOrd="0" destOrd="0" presId="urn:microsoft.com/office/officeart/2005/8/layout/orgChart1"/>
    <dgm:cxn modelId="{C0DD0D5F-198C-487C-8CA7-CF9D8C1575CB}" type="presParOf" srcId="{E767134E-7638-4900-A177-CD9D77276893}" destId="{62F09096-4F77-4DE7-A555-8295D0B932D8}" srcOrd="1" destOrd="0" presId="urn:microsoft.com/office/officeart/2005/8/layout/orgChart1"/>
    <dgm:cxn modelId="{6C87316B-EF3E-4FC5-8037-43A60F455008}" type="presParOf" srcId="{CCC6A562-BD99-40AF-BD66-C86AE2C38048}" destId="{057E8616-57D7-4D07-9870-92B2E038A22C}" srcOrd="1" destOrd="0" presId="urn:microsoft.com/office/officeart/2005/8/layout/orgChart1"/>
    <dgm:cxn modelId="{DCA276F0-D4A1-4893-B085-C25E3D06A37A}" type="presParOf" srcId="{CCC6A562-BD99-40AF-BD66-C86AE2C38048}" destId="{6A27063C-A5A4-4D82-A750-A8CE64CE715F}" srcOrd="2" destOrd="0" presId="urn:microsoft.com/office/officeart/2005/8/layout/orgChart1"/>
    <dgm:cxn modelId="{6A95261D-9DC2-47F7-9025-F089D529D43B}" type="presParOf" srcId="{D6C33E95-60B8-4147-92BB-08CEBB19D089}" destId="{1626811E-630B-4776-B269-D80AA91087E5}" srcOrd="2" destOrd="0" presId="urn:microsoft.com/office/officeart/2005/8/layout/orgChart1"/>
    <dgm:cxn modelId="{7609ADC0-58D1-4900-96F9-DAD252FB96BB}" type="presParOf" srcId="{D6C33E95-60B8-4147-92BB-08CEBB19D089}" destId="{6988A93A-7A65-402A-9BB0-4F4FEFF6F2D8}" srcOrd="3" destOrd="0" presId="urn:microsoft.com/office/officeart/2005/8/layout/orgChart1"/>
    <dgm:cxn modelId="{9C9ACD74-61EC-4965-9F85-14F2AEE7F050}" type="presParOf" srcId="{6988A93A-7A65-402A-9BB0-4F4FEFF6F2D8}" destId="{1C3E9D2E-450E-49C9-BCFF-BC3366FBC979}" srcOrd="0" destOrd="0" presId="urn:microsoft.com/office/officeart/2005/8/layout/orgChart1"/>
    <dgm:cxn modelId="{CCEEFE60-27E9-4402-8837-51382BE1AD4C}" type="presParOf" srcId="{1C3E9D2E-450E-49C9-BCFF-BC3366FBC979}" destId="{FE72D7D6-90BC-428A-9F13-437DFEDD1E5A}" srcOrd="0" destOrd="0" presId="urn:microsoft.com/office/officeart/2005/8/layout/orgChart1"/>
    <dgm:cxn modelId="{CFC24A1B-37C2-40CB-AEC3-1B2A3DB5C2A6}" type="presParOf" srcId="{1C3E9D2E-450E-49C9-BCFF-BC3366FBC979}" destId="{C993D4B0-B573-42C4-A863-AB15C8D0AC83}" srcOrd="1" destOrd="0" presId="urn:microsoft.com/office/officeart/2005/8/layout/orgChart1"/>
    <dgm:cxn modelId="{BFE352F4-6E07-4C19-A155-EB7D644FCC91}" type="presParOf" srcId="{6988A93A-7A65-402A-9BB0-4F4FEFF6F2D8}" destId="{574B50B6-E3B9-4EE9-9516-77ECD21F9D31}" srcOrd="1" destOrd="0" presId="urn:microsoft.com/office/officeart/2005/8/layout/orgChart1"/>
    <dgm:cxn modelId="{C23E55C8-B0E5-4925-AA45-FC4AA6903714}" type="presParOf" srcId="{6988A93A-7A65-402A-9BB0-4F4FEFF6F2D8}" destId="{6153F0B6-C50A-4547-AC09-E3CBFB7A2BDF}" srcOrd="2" destOrd="0" presId="urn:microsoft.com/office/officeart/2005/8/layout/orgChart1"/>
    <dgm:cxn modelId="{BC198825-03CF-4C69-96EF-625277B38BBD}" type="presParOf" srcId="{D6C33E95-60B8-4147-92BB-08CEBB19D089}" destId="{3F2FD686-4B96-4E90-961D-3F8578F8C453}" srcOrd="4" destOrd="0" presId="urn:microsoft.com/office/officeart/2005/8/layout/orgChart1"/>
    <dgm:cxn modelId="{EDB12DAF-F469-4FBD-9843-E4A63F5D6C65}" type="presParOf" srcId="{D6C33E95-60B8-4147-92BB-08CEBB19D089}" destId="{2629BAC9-F6ED-467F-B9B8-1B7E73790AE7}" srcOrd="5" destOrd="0" presId="urn:microsoft.com/office/officeart/2005/8/layout/orgChart1"/>
    <dgm:cxn modelId="{C93C1BBE-8280-4837-A2B4-1D1EB656D01E}" type="presParOf" srcId="{2629BAC9-F6ED-467F-B9B8-1B7E73790AE7}" destId="{40FF5F0A-9183-4FA0-875D-3BD26C6F799A}" srcOrd="0" destOrd="0" presId="urn:microsoft.com/office/officeart/2005/8/layout/orgChart1"/>
    <dgm:cxn modelId="{695B1946-F80D-46A8-8258-D4AEB777391B}" type="presParOf" srcId="{40FF5F0A-9183-4FA0-875D-3BD26C6F799A}" destId="{C2BE18C1-5CCE-47C6-8255-2BEA16B15BB7}" srcOrd="0" destOrd="0" presId="urn:microsoft.com/office/officeart/2005/8/layout/orgChart1"/>
    <dgm:cxn modelId="{D4EE654B-078E-48E5-8901-34A0A91A6AA4}" type="presParOf" srcId="{40FF5F0A-9183-4FA0-875D-3BD26C6F799A}" destId="{D52878E3-FA6D-4AC3-9526-36C011807DD0}" srcOrd="1" destOrd="0" presId="urn:microsoft.com/office/officeart/2005/8/layout/orgChart1"/>
    <dgm:cxn modelId="{BD6246C2-59AE-4DBB-98AB-447989B44572}" type="presParOf" srcId="{2629BAC9-F6ED-467F-B9B8-1B7E73790AE7}" destId="{6AAB0A4C-337A-42E8-B2BF-21D1F52E866A}" srcOrd="1" destOrd="0" presId="urn:microsoft.com/office/officeart/2005/8/layout/orgChart1"/>
    <dgm:cxn modelId="{0818DA72-1E64-445E-924E-1D816E52DAC1}" type="presParOf" srcId="{2629BAC9-F6ED-467F-B9B8-1B7E73790AE7}" destId="{684E193C-3C22-4DDC-ABCE-C9B354706FCA}" srcOrd="2" destOrd="0" presId="urn:microsoft.com/office/officeart/2005/8/layout/orgChart1"/>
    <dgm:cxn modelId="{80D1BF51-B285-4F74-9C1E-EC06505A75D7}" type="presParOf" srcId="{D6C33E95-60B8-4147-92BB-08CEBB19D089}" destId="{A4BB7E4F-FCC3-4EC9-BAE8-703F3D86DC4F}" srcOrd="6" destOrd="0" presId="urn:microsoft.com/office/officeart/2005/8/layout/orgChart1"/>
    <dgm:cxn modelId="{BAA47225-C57F-4A14-955A-A97C1FA44CEF}" type="presParOf" srcId="{D6C33E95-60B8-4147-92BB-08CEBB19D089}" destId="{2E9F167E-FC3E-459B-98D3-58B4CD79579B}" srcOrd="7" destOrd="0" presId="urn:microsoft.com/office/officeart/2005/8/layout/orgChart1"/>
    <dgm:cxn modelId="{7E61A145-06ED-4283-A362-937FB2C0679C}" type="presParOf" srcId="{2E9F167E-FC3E-459B-98D3-58B4CD79579B}" destId="{B610BC92-51E2-4790-BFF4-DAD22FE0E36B}" srcOrd="0" destOrd="0" presId="urn:microsoft.com/office/officeart/2005/8/layout/orgChart1"/>
    <dgm:cxn modelId="{2AEAFB83-9177-4700-A14F-B80FD368F4CD}" type="presParOf" srcId="{B610BC92-51E2-4790-BFF4-DAD22FE0E36B}" destId="{1E9329F2-5F8B-411F-AFB1-645736719AD2}" srcOrd="0" destOrd="0" presId="urn:microsoft.com/office/officeart/2005/8/layout/orgChart1"/>
    <dgm:cxn modelId="{0D28983E-85E6-4882-9C0B-40C472A7A0F9}" type="presParOf" srcId="{B610BC92-51E2-4790-BFF4-DAD22FE0E36B}" destId="{586060CF-C56A-4A3B-A3B5-612A425EBD0A}" srcOrd="1" destOrd="0" presId="urn:microsoft.com/office/officeart/2005/8/layout/orgChart1"/>
    <dgm:cxn modelId="{74F3E54F-C04B-4158-9FC4-40CC02DDD255}" type="presParOf" srcId="{2E9F167E-FC3E-459B-98D3-58B4CD79579B}" destId="{25079CDD-5BCB-4887-8BAC-E011F3069C21}" srcOrd="1" destOrd="0" presId="urn:microsoft.com/office/officeart/2005/8/layout/orgChart1"/>
    <dgm:cxn modelId="{483A9F94-BCAD-47B4-8C14-20AE929A9D20}" type="presParOf" srcId="{2E9F167E-FC3E-459B-98D3-58B4CD79579B}" destId="{EA75E9B8-0B50-4E6F-9B9D-625A746D3AE1}" srcOrd="2" destOrd="0" presId="urn:microsoft.com/office/officeart/2005/8/layout/orgChart1"/>
    <dgm:cxn modelId="{B429D80D-2CA2-4B48-9B0B-F4669699E068}" type="presParOf" srcId="{D6C33E95-60B8-4147-92BB-08CEBB19D089}" destId="{C35B8903-3443-499B-86F0-E2540D049C8F}" srcOrd="8" destOrd="0" presId="urn:microsoft.com/office/officeart/2005/8/layout/orgChart1"/>
    <dgm:cxn modelId="{8922A027-D245-4820-BE60-600E04767382}" type="presParOf" srcId="{D6C33E95-60B8-4147-92BB-08CEBB19D089}" destId="{B9480CD7-9D77-4292-B560-A604BD6BE50D}" srcOrd="9" destOrd="0" presId="urn:microsoft.com/office/officeart/2005/8/layout/orgChart1"/>
    <dgm:cxn modelId="{F8FFACFB-F7C0-4D59-AC13-A9F3304A4B96}" type="presParOf" srcId="{B9480CD7-9D77-4292-B560-A604BD6BE50D}" destId="{AF5A5B11-EE00-4E1F-B759-2DF8F16C7FE3}" srcOrd="0" destOrd="0" presId="urn:microsoft.com/office/officeart/2005/8/layout/orgChart1"/>
    <dgm:cxn modelId="{C4A8DA45-EC3C-4856-A8D5-EABC113576E8}" type="presParOf" srcId="{AF5A5B11-EE00-4E1F-B759-2DF8F16C7FE3}" destId="{55DA1A5A-12A0-4BB0-A1B2-14D807FF6FD8}" srcOrd="0" destOrd="0" presId="urn:microsoft.com/office/officeart/2005/8/layout/orgChart1"/>
    <dgm:cxn modelId="{301904D6-A78F-4094-8E80-E5285C84D64F}" type="presParOf" srcId="{AF5A5B11-EE00-4E1F-B759-2DF8F16C7FE3}" destId="{22E848BE-DFC7-4FA1-AC09-B7BDD0E2921C}" srcOrd="1" destOrd="0" presId="urn:microsoft.com/office/officeart/2005/8/layout/orgChart1"/>
    <dgm:cxn modelId="{9A803545-ED73-46DB-AD57-9794676DF4BE}" type="presParOf" srcId="{B9480CD7-9D77-4292-B560-A604BD6BE50D}" destId="{04DCB569-540C-4489-965D-C7796C9C7387}" srcOrd="1" destOrd="0" presId="urn:microsoft.com/office/officeart/2005/8/layout/orgChart1"/>
    <dgm:cxn modelId="{DB09AF11-A3A6-4D67-B879-A873C44340AC}" type="presParOf" srcId="{B9480CD7-9D77-4292-B560-A604BD6BE50D}" destId="{E664EE40-1907-4A03-A439-1D8F9D7F069C}" srcOrd="2" destOrd="0" presId="urn:microsoft.com/office/officeart/2005/8/layout/orgChart1"/>
    <dgm:cxn modelId="{D5E8EAD2-8DD6-439E-A762-99CC25DC146F}" type="presParOf" srcId="{D6C33E95-60B8-4147-92BB-08CEBB19D089}" destId="{9FBDAC58-D7BD-46EE-BAED-22A50B73501E}" srcOrd="10" destOrd="0" presId="urn:microsoft.com/office/officeart/2005/8/layout/orgChart1"/>
    <dgm:cxn modelId="{B38A73E1-B296-4B50-B919-D7C3160839BC}" type="presParOf" srcId="{D6C33E95-60B8-4147-92BB-08CEBB19D089}" destId="{F526F095-F815-41D6-A6E0-F1C22373C15E}" srcOrd="11" destOrd="0" presId="urn:microsoft.com/office/officeart/2005/8/layout/orgChart1"/>
    <dgm:cxn modelId="{4BF3E4CA-2749-4161-A0BA-65A65DC5858A}" type="presParOf" srcId="{F526F095-F815-41D6-A6E0-F1C22373C15E}" destId="{15A9166B-9263-4485-8E95-A25B210DC870}" srcOrd="0" destOrd="0" presId="urn:microsoft.com/office/officeart/2005/8/layout/orgChart1"/>
    <dgm:cxn modelId="{948D8C4A-A370-40C7-BB95-E83A43C8B7FD}" type="presParOf" srcId="{15A9166B-9263-4485-8E95-A25B210DC870}" destId="{9793A294-0BA3-43F6-851A-3E2D432D442C}" srcOrd="0" destOrd="0" presId="urn:microsoft.com/office/officeart/2005/8/layout/orgChart1"/>
    <dgm:cxn modelId="{34F34F12-5757-4D8A-8E40-88BC4777C69F}" type="presParOf" srcId="{15A9166B-9263-4485-8E95-A25B210DC870}" destId="{81296338-A6D9-4B44-A1AD-46A27B3F01A8}" srcOrd="1" destOrd="0" presId="urn:microsoft.com/office/officeart/2005/8/layout/orgChart1"/>
    <dgm:cxn modelId="{8894AD7F-E69B-416D-AA63-5BE9C73C73E3}" type="presParOf" srcId="{F526F095-F815-41D6-A6E0-F1C22373C15E}" destId="{8C830CA5-1112-452D-950F-3A99D34D804A}" srcOrd="1" destOrd="0" presId="urn:microsoft.com/office/officeart/2005/8/layout/orgChart1"/>
    <dgm:cxn modelId="{E872EB7C-65B7-4D26-B006-5995D8BCF619}" type="presParOf" srcId="{F526F095-F815-41D6-A6E0-F1C22373C15E}" destId="{7AEB6F44-2DA3-4732-94C8-AFFB2F6EC24E}" srcOrd="2" destOrd="0" presId="urn:microsoft.com/office/officeart/2005/8/layout/orgChart1"/>
    <dgm:cxn modelId="{65688E1F-31F1-4B9D-AE15-9CFB28CE0D4B}" type="presParOf" srcId="{BA149A03-F73F-4AA7-AD37-E5698B8F6BFC}" destId="{6E8B8620-2A3B-4D87-8B07-FB53DEB32338}" srcOrd="2" destOrd="0" presId="urn:microsoft.com/office/officeart/2005/8/layout/orgChart1"/>
    <dgm:cxn modelId="{0CA3169F-4D44-4A92-8EC7-A9997CFF14AA}" type="presParOf" srcId="{36F88AE2-1502-4FB0-8D52-E293D086CAD7}" destId="{1FFDA1A9-194B-48AB-A17E-DD23F9DA92B1}" srcOrd="2" destOrd="0" presId="urn:microsoft.com/office/officeart/2005/8/layout/orgChart1"/>
    <dgm:cxn modelId="{A95FFC48-DDF9-4884-9F0A-D3D933AE9373}" type="presParOf" srcId="{36F88AE2-1502-4FB0-8D52-E293D086CAD7}" destId="{4A30E2F1-8662-4786-BC0A-E6FFD0AFF8E7}" srcOrd="3" destOrd="0" presId="urn:microsoft.com/office/officeart/2005/8/layout/orgChart1"/>
    <dgm:cxn modelId="{9B4A2F6A-85B3-49C3-812D-81D2C4366F64}" type="presParOf" srcId="{4A30E2F1-8662-4786-BC0A-E6FFD0AFF8E7}" destId="{C41BA63F-D8FB-4822-B0F7-DA52BE6ABB47}" srcOrd="0" destOrd="0" presId="urn:microsoft.com/office/officeart/2005/8/layout/orgChart1"/>
    <dgm:cxn modelId="{AAE380B1-377E-46C4-8B48-840204440B80}" type="presParOf" srcId="{C41BA63F-D8FB-4822-B0F7-DA52BE6ABB47}" destId="{AD6FCBA5-107F-4E39-9D14-0F9C209CE42B}" srcOrd="0" destOrd="0" presId="urn:microsoft.com/office/officeart/2005/8/layout/orgChart1"/>
    <dgm:cxn modelId="{35AA35BB-2FBF-4892-8504-130673E11354}" type="presParOf" srcId="{C41BA63F-D8FB-4822-B0F7-DA52BE6ABB47}" destId="{583C3239-7A9A-4405-808D-357500F0A444}" srcOrd="1" destOrd="0" presId="urn:microsoft.com/office/officeart/2005/8/layout/orgChart1"/>
    <dgm:cxn modelId="{4AA402BB-B816-4D70-94FE-B15BEC5A65ED}" type="presParOf" srcId="{4A30E2F1-8662-4786-BC0A-E6FFD0AFF8E7}" destId="{38452564-D35D-4B4A-A1DE-52CBDB677910}" srcOrd="1" destOrd="0" presId="urn:microsoft.com/office/officeart/2005/8/layout/orgChart1"/>
    <dgm:cxn modelId="{608288D8-6F83-4BDF-8A70-4172863AF50D}" type="presParOf" srcId="{38452564-D35D-4B4A-A1DE-52CBDB677910}" destId="{6A2A5E04-0027-4083-A33C-78B5179ABE16}" srcOrd="0" destOrd="0" presId="urn:microsoft.com/office/officeart/2005/8/layout/orgChart1"/>
    <dgm:cxn modelId="{2C8D8F10-9AA2-43EF-BD3A-5D3EC04E92D9}" type="presParOf" srcId="{38452564-D35D-4B4A-A1DE-52CBDB677910}" destId="{F544D54A-A848-44BC-A056-CC5AF6AC70AA}" srcOrd="1" destOrd="0" presId="urn:microsoft.com/office/officeart/2005/8/layout/orgChart1"/>
    <dgm:cxn modelId="{F6FF0ABE-198F-41C6-A9AC-8DE172CBD45D}" type="presParOf" srcId="{F544D54A-A848-44BC-A056-CC5AF6AC70AA}" destId="{FEA49C32-7152-49AA-AB95-9AE15FDDB9A3}" srcOrd="0" destOrd="0" presId="urn:microsoft.com/office/officeart/2005/8/layout/orgChart1"/>
    <dgm:cxn modelId="{98209CF5-BE21-4169-AFDD-579CE7960FC7}" type="presParOf" srcId="{FEA49C32-7152-49AA-AB95-9AE15FDDB9A3}" destId="{F0CECF85-B5C3-4F33-9B57-BF760E7F8936}" srcOrd="0" destOrd="0" presId="urn:microsoft.com/office/officeart/2005/8/layout/orgChart1"/>
    <dgm:cxn modelId="{62AEF944-4FAF-4BE1-87F8-7FB1CD2BF663}" type="presParOf" srcId="{FEA49C32-7152-49AA-AB95-9AE15FDDB9A3}" destId="{3DD7B17A-EF6B-4271-8D1D-F6F44750BF7A}" srcOrd="1" destOrd="0" presId="urn:microsoft.com/office/officeart/2005/8/layout/orgChart1"/>
    <dgm:cxn modelId="{BF0372B6-BFA5-4BAA-8614-EB8EDBF2EBD4}" type="presParOf" srcId="{F544D54A-A848-44BC-A056-CC5AF6AC70AA}" destId="{8B4CF692-2190-41E6-89E5-9E65FA69AE84}" srcOrd="1" destOrd="0" presId="urn:microsoft.com/office/officeart/2005/8/layout/orgChart1"/>
    <dgm:cxn modelId="{512A8146-2976-4BDA-98DC-894E1BA68ABD}" type="presParOf" srcId="{F544D54A-A848-44BC-A056-CC5AF6AC70AA}" destId="{7492B679-451C-4491-9E5E-BDEC595CB6AF}" srcOrd="2" destOrd="0" presId="urn:microsoft.com/office/officeart/2005/8/layout/orgChart1"/>
    <dgm:cxn modelId="{077F10E9-5817-4D2E-8C12-5148BCE87DE9}" type="presParOf" srcId="{38452564-D35D-4B4A-A1DE-52CBDB677910}" destId="{51AD8570-E912-4D3B-AC56-457AA1D5E4F8}" srcOrd="2" destOrd="0" presId="urn:microsoft.com/office/officeart/2005/8/layout/orgChart1"/>
    <dgm:cxn modelId="{6E48DFF2-F8FE-48D8-90B1-04238FA824BF}" type="presParOf" srcId="{38452564-D35D-4B4A-A1DE-52CBDB677910}" destId="{97E7DB2C-100F-4C48-ABD5-90143D8AA4BC}" srcOrd="3" destOrd="0" presId="urn:microsoft.com/office/officeart/2005/8/layout/orgChart1"/>
    <dgm:cxn modelId="{51B5B6EB-B668-4C2F-9387-831F765C8918}" type="presParOf" srcId="{97E7DB2C-100F-4C48-ABD5-90143D8AA4BC}" destId="{CB6645B0-F671-4F42-A111-AFA28E492B6B}" srcOrd="0" destOrd="0" presId="urn:microsoft.com/office/officeart/2005/8/layout/orgChart1"/>
    <dgm:cxn modelId="{F2FB1164-AA80-450E-95E3-748C4E10F184}" type="presParOf" srcId="{CB6645B0-F671-4F42-A111-AFA28E492B6B}" destId="{AFDD2A41-0AC4-4DD3-BF5A-FAA889D200B5}" srcOrd="0" destOrd="0" presId="urn:microsoft.com/office/officeart/2005/8/layout/orgChart1"/>
    <dgm:cxn modelId="{46D6E3DF-D0B0-4A63-95E8-3643C9DF87E3}" type="presParOf" srcId="{CB6645B0-F671-4F42-A111-AFA28E492B6B}" destId="{69E5F15F-E15A-4801-AF72-822CCCE9AB1F}" srcOrd="1" destOrd="0" presId="urn:microsoft.com/office/officeart/2005/8/layout/orgChart1"/>
    <dgm:cxn modelId="{FBFFE810-F818-4CEA-B49F-8859524C71A0}" type="presParOf" srcId="{97E7DB2C-100F-4C48-ABD5-90143D8AA4BC}" destId="{E03F5181-A7CC-4546-A12F-6C15FF61AA32}" srcOrd="1" destOrd="0" presId="urn:microsoft.com/office/officeart/2005/8/layout/orgChart1"/>
    <dgm:cxn modelId="{8406397F-B2E8-4509-9A54-8B62C6BE08AD}" type="presParOf" srcId="{97E7DB2C-100F-4C48-ABD5-90143D8AA4BC}" destId="{09C9D295-32AB-4DCB-B388-D399EE326E22}" srcOrd="2" destOrd="0" presId="urn:microsoft.com/office/officeart/2005/8/layout/orgChart1"/>
    <dgm:cxn modelId="{4F754F45-4E9E-46E3-8E89-F178F08C7AA9}" type="presParOf" srcId="{38452564-D35D-4B4A-A1DE-52CBDB677910}" destId="{2CEE59DD-550B-4A18-A1AD-9EB62E296F19}" srcOrd="4" destOrd="0" presId="urn:microsoft.com/office/officeart/2005/8/layout/orgChart1"/>
    <dgm:cxn modelId="{E5E6A59C-1180-4FAD-AD5F-1AFBDFA3656F}" type="presParOf" srcId="{38452564-D35D-4B4A-A1DE-52CBDB677910}" destId="{0EFA87C0-BC83-4372-9C24-75C614EBE8CD}" srcOrd="5" destOrd="0" presId="urn:microsoft.com/office/officeart/2005/8/layout/orgChart1"/>
    <dgm:cxn modelId="{92A36BDE-CC99-4E81-89E3-3D445002ECA8}" type="presParOf" srcId="{0EFA87C0-BC83-4372-9C24-75C614EBE8CD}" destId="{89D9B32A-DF8D-4410-9569-31BBC1215EF5}" srcOrd="0" destOrd="0" presId="urn:microsoft.com/office/officeart/2005/8/layout/orgChart1"/>
    <dgm:cxn modelId="{70415DBB-7ABE-4808-8ACF-8E53623D2648}" type="presParOf" srcId="{89D9B32A-DF8D-4410-9569-31BBC1215EF5}" destId="{C588F604-4C71-459E-9996-F4A026851A65}" srcOrd="0" destOrd="0" presId="urn:microsoft.com/office/officeart/2005/8/layout/orgChart1"/>
    <dgm:cxn modelId="{0F8D6C22-685A-4D3C-ABE4-567A90320F01}" type="presParOf" srcId="{89D9B32A-DF8D-4410-9569-31BBC1215EF5}" destId="{CB856E3A-DE53-4164-B59D-0EDECD8DA8C4}" srcOrd="1" destOrd="0" presId="urn:microsoft.com/office/officeart/2005/8/layout/orgChart1"/>
    <dgm:cxn modelId="{961EA92B-8D08-472A-BFB0-AC77BC25D94D}" type="presParOf" srcId="{0EFA87C0-BC83-4372-9C24-75C614EBE8CD}" destId="{FF5650FE-87EF-486B-A73C-E2F415A1EE1B}" srcOrd="1" destOrd="0" presId="urn:microsoft.com/office/officeart/2005/8/layout/orgChart1"/>
    <dgm:cxn modelId="{A55A1204-C5BE-4137-BCB3-47813252F73F}" type="presParOf" srcId="{0EFA87C0-BC83-4372-9C24-75C614EBE8CD}" destId="{53FF7BCE-550C-4302-8118-931D556F7C3A}" srcOrd="2" destOrd="0" presId="urn:microsoft.com/office/officeart/2005/8/layout/orgChart1"/>
    <dgm:cxn modelId="{79209962-84F8-48C8-BC28-B6FD74CB5AEA}" type="presParOf" srcId="{38452564-D35D-4B4A-A1DE-52CBDB677910}" destId="{83EBAFE2-1374-43BD-84BD-A23B5ABD6892}" srcOrd="6" destOrd="0" presId="urn:microsoft.com/office/officeart/2005/8/layout/orgChart1"/>
    <dgm:cxn modelId="{95D29C42-2D11-47E8-B870-A74515C96288}" type="presParOf" srcId="{38452564-D35D-4B4A-A1DE-52CBDB677910}" destId="{E7924EDD-4E6D-4A20-9BA3-963D5A50D728}" srcOrd="7" destOrd="0" presId="urn:microsoft.com/office/officeart/2005/8/layout/orgChart1"/>
    <dgm:cxn modelId="{3CE41F30-6030-4C39-9444-1963852150EA}" type="presParOf" srcId="{E7924EDD-4E6D-4A20-9BA3-963D5A50D728}" destId="{9F7765E6-A0EC-4B43-BB95-28C6B271FFE4}" srcOrd="0" destOrd="0" presId="urn:microsoft.com/office/officeart/2005/8/layout/orgChart1"/>
    <dgm:cxn modelId="{5B04FFA1-46E0-469D-ABEC-9099720E8B62}" type="presParOf" srcId="{9F7765E6-A0EC-4B43-BB95-28C6B271FFE4}" destId="{7A48EC60-51F3-4E67-AB7D-07B29B70C60D}" srcOrd="0" destOrd="0" presId="urn:microsoft.com/office/officeart/2005/8/layout/orgChart1"/>
    <dgm:cxn modelId="{70393DD3-DA4F-4189-BF92-1AF4B38CAF19}" type="presParOf" srcId="{9F7765E6-A0EC-4B43-BB95-28C6B271FFE4}" destId="{2A67B270-8617-4E10-A375-0BE24D42FCDD}" srcOrd="1" destOrd="0" presId="urn:microsoft.com/office/officeart/2005/8/layout/orgChart1"/>
    <dgm:cxn modelId="{A07ECB18-9AC2-4BAC-886F-7B5C5E13905C}" type="presParOf" srcId="{E7924EDD-4E6D-4A20-9BA3-963D5A50D728}" destId="{F08F0E5B-C8E0-41F5-88C8-D5CB7FF425BE}" srcOrd="1" destOrd="0" presId="urn:microsoft.com/office/officeart/2005/8/layout/orgChart1"/>
    <dgm:cxn modelId="{194E2131-EFD9-48D6-A9DD-30C76BA1D863}" type="presParOf" srcId="{E7924EDD-4E6D-4A20-9BA3-963D5A50D728}" destId="{74DD0DA6-19F4-4867-99DD-3D036298A548}" srcOrd="2" destOrd="0" presId="urn:microsoft.com/office/officeart/2005/8/layout/orgChart1"/>
    <dgm:cxn modelId="{ADDA276A-603F-458C-98A0-9833F0DEF888}" type="presParOf" srcId="{38452564-D35D-4B4A-A1DE-52CBDB677910}" destId="{16F40902-B653-4C40-B079-EF437F4745FD}" srcOrd="8" destOrd="0" presId="urn:microsoft.com/office/officeart/2005/8/layout/orgChart1"/>
    <dgm:cxn modelId="{D0D0F009-64D2-48FE-B2A6-1572D3F3B287}" type="presParOf" srcId="{38452564-D35D-4B4A-A1DE-52CBDB677910}" destId="{7100E03C-4918-4785-9044-A390A44EC2D2}" srcOrd="9" destOrd="0" presId="urn:microsoft.com/office/officeart/2005/8/layout/orgChart1"/>
    <dgm:cxn modelId="{9B77FD88-1167-4F20-9A7E-43A47B80479F}" type="presParOf" srcId="{7100E03C-4918-4785-9044-A390A44EC2D2}" destId="{1F78FD8E-A1F0-4B5C-9C50-26CA3020631D}" srcOrd="0" destOrd="0" presId="urn:microsoft.com/office/officeart/2005/8/layout/orgChart1"/>
    <dgm:cxn modelId="{211DB9CD-7BF4-444D-9DBA-F74F17D8C629}" type="presParOf" srcId="{1F78FD8E-A1F0-4B5C-9C50-26CA3020631D}" destId="{C25DE249-8875-4463-85D3-99FDECF1277F}" srcOrd="0" destOrd="0" presId="urn:microsoft.com/office/officeart/2005/8/layout/orgChart1"/>
    <dgm:cxn modelId="{71050C7B-3305-44AA-86BC-17A9D795CE16}" type="presParOf" srcId="{1F78FD8E-A1F0-4B5C-9C50-26CA3020631D}" destId="{3FFAADE9-1B70-4295-83E7-8D1E478522F6}" srcOrd="1" destOrd="0" presId="urn:microsoft.com/office/officeart/2005/8/layout/orgChart1"/>
    <dgm:cxn modelId="{87BF865A-92C9-4203-A4F3-13EC27358B7E}" type="presParOf" srcId="{7100E03C-4918-4785-9044-A390A44EC2D2}" destId="{10221AAC-1D5B-4EBF-8A48-B9D3D168E49D}" srcOrd="1" destOrd="0" presId="urn:microsoft.com/office/officeart/2005/8/layout/orgChart1"/>
    <dgm:cxn modelId="{5E5D1B92-9B8E-4650-8469-4F762FA96740}" type="presParOf" srcId="{7100E03C-4918-4785-9044-A390A44EC2D2}" destId="{BF8A7216-F408-4927-9521-0A8C9DDE6C13}" srcOrd="2" destOrd="0" presId="urn:microsoft.com/office/officeart/2005/8/layout/orgChart1"/>
    <dgm:cxn modelId="{ECF6CE74-BF94-4F15-93AD-BD1CB4098305}" type="presParOf" srcId="{38452564-D35D-4B4A-A1DE-52CBDB677910}" destId="{DB7F34E6-B5A3-4846-A04C-EBACBE647391}" srcOrd="10" destOrd="0" presId="urn:microsoft.com/office/officeart/2005/8/layout/orgChart1"/>
    <dgm:cxn modelId="{91396FEE-26AD-4537-9005-311676F76697}" type="presParOf" srcId="{38452564-D35D-4B4A-A1DE-52CBDB677910}" destId="{DE4EB339-58B2-4B3E-ABA6-827194F99F74}" srcOrd="11" destOrd="0" presId="urn:microsoft.com/office/officeart/2005/8/layout/orgChart1"/>
    <dgm:cxn modelId="{A77EE281-8619-492E-BFA3-E41BF02DF355}" type="presParOf" srcId="{DE4EB339-58B2-4B3E-ABA6-827194F99F74}" destId="{DE91C667-1EDB-4723-80A8-F85DD6ED2406}" srcOrd="0" destOrd="0" presId="urn:microsoft.com/office/officeart/2005/8/layout/orgChart1"/>
    <dgm:cxn modelId="{3D176B80-8381-45F5-B8A1-C3CBA0156473}" type="presParOf" srcId="{DE91C667-1EDB-4723-80A8-F85DD6ED2406}" destId="{284AAC9C-A343-418C-96D3-0EC938A08886}" srcOrd="0" destOrd="0" presId="urn:microsoft.com/office/officeart/2005/8/layout/orgChart1"/>
    <dgm:cxn modelId="{E45E4B27-91FB-4FFF-B1F6-3832D9563E93}" type="presParOf" srcId="{DE91C667-1EDB-4723-80A8-F85DD6ED2406}" destId="{4163C214-E3A8-408D-B910-AB7E3A3BCE64}" srcOrd="1" destOrd="0" presId="urn:microsoft.com/office/officeart/2005/8/layout/orgChart1"/>
    <dgm:cxn modelId="{FD0F13AF-9467-4BFF-8290-C2B838F18863}" type="presParOf" srcId="{DE4EB339-58B2-4B3E-ABA6-827194F99F74}" destId="{BB2A9940-355A-4D99-8372-B9AD298EEF09}" srcOrd="1" destOrd="0" presId="urn:microsoft.com/office/officeart/2005/8/layout/orgChart1"/>
    <dgm:cxn modelId="{205D1992-75CE-4583-8839-8B48EC04CCF5}" type="presParOf" srcId="{DE4EB339-58B2-4B3E-ABA6-827194F99F74}" destId="{BED6AAC5-C0C0-4C11-B4AB-D54063408A74}" srcOrd="2" destOrd="0" presId="urn:microsoft.com/office/officeart/2005/8/layout/orgChart1"/>
    <dgm:cxn modelId="{46E00C3D-A51E-4BE7-8D85-F164323C237E}" type="presParOf" srcId="{4A30E2F1-8662-4786-BC0A-E6FFD0AFF8E7}" destId="{EBF61DE1-0F6D-45CE-A263-6AB14AA4E1E8}" srcOrd="2" destOrd="0" presId="urn:microsoft.com/office/officeart/2005/8/layout/orgChart1"/>
    <dgm:cxn modelId="{3649A759-7DB2-41AB-A742-0E086AE83055}" type="presParOf" srcId="{36F88AE2-1502-4FB0-8D52-E293D086CAD7}" destId="{76F73F54-7CB1-4ACE-9038-DE46166D4079}" srcOrd="4" destOrd="0" presId="urn:microsoft.com/office/officeart/2005/8/layout/orgChart1"/>
    <dgm:cxn modelId="{D7852AF4-A6A6-4933-9D12-17DFDBC27264}" type="presParOf" srcId="{36F88AE2-1502-4FB0-8D52-E293D086CAD7}" destId="{99383A52-9AB1-4F92-ABEA-F03CA30EA2F2}" srcOrd="5" destOrd="0" presId="urn:microsoft.com/office/officeart/2005/8/layout/orgChart1"/>
    <dgm:cxn modelId="{53D6547D-DC8F-4E46-A42C-06D9D200CBBA}" type="presParOf" srcId="{99383A52-9AB1-4F92-ABEA-F03CA30EA2F2}" destId="{700BDA7A-ABE4-49C4-8A68-B80BB307BA4A}" srcOrd="0" destOrd="0" presId="urn:microsoft.com/office/officeart/2005/8/layout/orgChart1"/>
    <dgm:cxn modelId="{63041A94-2B76-4C3E-A106-11B8E4B316BB}" type="presParOf" srcId="{700BDA7A-ABE4-49C4-8A68-B80BB307BA4A}" destId="{ECF10C6A-7C39-40A8-BEE0-63935E4B7D7A}" srcOrd="0" destOrd="0" presId="urn:microsoft.com/office/officeart/2005/8/layout/orgChart1"/>
    <dgm:cxn modelId="{6B31E76D-DAA0-45C8-B40D-0FF88F986917}" type="presParOf" srcId="{700BDA7A-ABE4-49C4-8A68-B80BB307BA4A}" destId="{A4AD4397-C90E-45FC-8C14-4EBF84B8DC03}" srcOrd="1" destOrd="0" presId="urn:microsoft.com/office/officeart/2005/8/layout/orgChart1"/>
    <dgm:cxn modelId="{EE2AC8AC-9964-41CD-8111-29A0A7E165B3}" type="presParOf" srcId="{99383A52-9AB1-4F92-ABEA-F03CA30EA2F2}" destId="{AB8C4CF8-4D03-49DB-B3A8-5ABD24D6D5EC}" srcOrd="1" destOrd="0" presId="urn:microsoft.com/office/officeart/2005/8/layout/orgChart1"/>
    <dgm:cxn modelId="{97D41C47-742C-426A-A164-63BD357A27A1}" type="presParOf" srcId="{AB8C4CF8-4D03-49DB-B3A8-5ABD24D6D5EC}" destId="{5EC49BDC-1198-492C-A48D-927DDAE0DB7E}" srcOrd="0" destOrd="0" presId="urn:microsoft.com/office/officeart/2005/8/layout/orgChart1"/>
    <dgm:cxn modelId="{EA4CA3F8-152F-45F9-92ED-864B0711F8B2}" type="presParOf" srcId="{AB8C4CF8-4D03-49DB-B3A8-5ABD24D6D5EC}" destId="{FB0456DE-DCA6-46D0-9036-94FB756CCAFF}" srcOrd="1" destOrd="0" presId="urn:microsoft.com/office/officeart/2005/8/layout/orgChart1"/>
    <dgm:cxn modelId="{D83BAFB1-3354-4BBC-9CDC-0D6C5C8FF891}" type="presParOf" srcId="{FB0456DE-DCA6-46D0-9036-94FB756CCAFF}" destId="{FA88357A-9A11-4531-ADB4-A141CBC9965C}" srcOrd="0" destOrd="0" presId="urn:microsoft.com/office/officeart/2005/8/layout/orgChart1"/>
    <dgm:cxn modelId="{9BF945FF-0C6C-4696-9235-19FB9F3971FA}" type="presParOf" srcId="{FA88357A-9A11-4531-ADB4-A141CBC9965C}" destId="{0B44B6FA-92BD-4B30-B532-624F03EFA2BF}" srcOrd="0" destOrd="0" presId="urn:microsoft.com/office/officeart/2005/8/layout/orgChart1"/>
    <dgm:cxn modelId="{F2A70378-2EAD-4AB6-916A-0EF7B9CA8459}" type="presParOf" srcId="{FA88357A-9A11-4531-ADB4-A141CBC9965C}" destId="{D78ABB9C-53B2-4EF8-A526-5BCB628E7D39}" srcOrd="1" destOrd="0" presId="urn:microsoft.com/office/officeart/2005/8/layout/orgChart1"/>
    <dgm:cxn modelId="{1A81807C-02C5-43E8-8EF1-60CA35A375DC}" type="presParOf" srcId="{FB0456DE-DCA6-46D0-9036-94FB756CCAFF}" destId="{02871712-484F-4BC7-8C6D-3EC886B5AF35}" srcOrd="1" destOrd="0" presId="urn:microsoft.com/office/officeart/2005/8/layout/orgChart1"/>
    <dgm:cxn modelId="{1CB3C9C3-FC98-428E-9D6B-DC42CD426E8E}" type="presParOf" srcId="{FB0456DE-DCA6-46D0-9036-94FB756CCAFF}" destId="{546C9F8B-6DA5-4AB9-9197-2A46EA4E9922}" srcOrd="2" destOrd="0" presId="urn:microsoft.com/office/officeart/2005/8/layout/orgChart1"/>
    <dgm:cxn modelId="{A9B90160-2676-43A2-AFBF-A59D074BE90A}" type="presParOf" srcId="{99383A52-9AB1-4F92-ABEA-F03CA30EA2F2}" destId="{6829F625-52FD-4A27-983B-23F1A2EF7B61}" srcOrd="2" destOrd="0" presId="urn:microsoft.com/office/officeart/2005/8/layout/orgChart1"/>
    <dgm:cxn modelId="{5B5180BA-D7AD-4916-A2BB-800BCE08D4DF}" type="presParOf" srcId="{36F88AE2-1502-4FB0-8D52-E293D086CAD7}" destId="{C30796C7-D7C4-4878-AB65-50CA96A8AD01}" srcOrd="6" destOrd="0" presId="urn:microsoft.com/office/officeart/2005/8/layout/orgChart1"/>
    <dgm:cxn modelId="{24EC6DF8-04E6-4E39-B846-47E3C32557A6}" type="presParOf" srcId="{36F88AE2-1502-4FB0-8D52-E293D086CAD7}" destId="{F916A926-B076-484A-B58D-273DEC6B40F5}" srcOrd="7" destOrd="0" presId="urn:microsoft.com/office/officeart/2005/8/layout/orgChart1"/>
    <dgm:cxn modelId="{52B1C76A-0AE4-4C31-9328-D99675692B34}" type="presParOf" srcId="{F916A926-B076-484A-B58D-273DEC6B40F5}" destId="{6F9958CC-BC89-4365-8699-3AD7D9159D97}" srcOrd="0" destOrd="0" presId="urn:microsoft.com/office/officeart/2005/8/layout/orgChart1"/>
    <dgm:cxn modelId="{BBFB2F29-331B-42B5-811B-41E786CEC013}" type="presParOf" srcId="{6F9958CC-BC89-4365-8699-3AD7D9159D97}" destId="{4EA816CB-6AB7-4D30-91D2-E19223664521}" srcOrd="0" destOrd="0" presId="urn:microsoft.com/office/officeart/2005/8/layout/orgChart1"/>
    <dgm:cxn modelId="{1F48BFC8-7CF2-4023-8613-5504ECD91F15}" type="presParOf" srcId="{6F9958CC-BC89-4365-8699-3AD7D9159D97}" destId="{09C6F1B5-B497-4EED-B053-BB14AB305045}" srcOrd="1" destOrd="0" presId="urn:microsoft.com/office/officeart/2005/8/layout/orgChart1"/>
    <dgm:cxn modelId="{2B35F72E-0496-4ABB-BBFE-1CE2E42E07C5}" type="presParOf" srcId="{F916A926-B076-484A-B58D-273DEC6B40F5}" destId="{C1BA8958-8495-4827-B5A9-6B1096CD1905}" srcOrd="1" destOrd="0" presId="urn:microsoft.com/office/officeart/2005/8/layout/orgChart1"/>
    <dgm:cxn modelId="{E063B4A8-D5AF-4E9C-BD25-6ECE03B722EB}" type="presParOf" srcId="{C1BA8958-8495-4827-B5A9-6B1096CD1905}" destId="{4A297940-E560-43F1-B899-D90CAFEFF9F9}" srcOrd="0" destOrd="0" presId="urn:microsoft.com/office/officeart/2005/8/layout/orgChart1"/>
    <dgm:cxn modelId="{8582516F-63CF-45AE-BEED-43F5884BFF8B}" type="presParOf" srcId="{C1BA8958-8495-4827-B5A9-6B1096CD1905}" destId="{58AFF325-7802-426B-9BF6-208D702CB128}" srcOrd="1" destOrd="0" presId="urn:microsoft.com/office/officeart/2005/8/layout/orgChart1"/>
    <dgm:cxn modelId="{7331BC72-94C2-4D66-8D36-846695D00948}" type="presParOf" srcId="{58AFF325-7802-426B-9BF6-208D702CB128}" destId="{77F82E10-48DC-49DC-BC5E-65A4287BE15A}" srcOrd="0" destOrd="0" presId="urn:microsoft.com/office/officeart/2005/8/layout/orgChart1"/>
    <dgm:cxn modelId="{B86D9FCF-3412-453F-BA28-28AEC83E10BC}" type="presParOf" srcId="{77F82E10-48DC-49DC-BC5E-65A4287BE15A}" destId="{70190753-20EF-468A-AF58-9CECB07CAC07}" srcOrd="0" destOrd="0" presId="urn:microsoft.com/office/officeart/2005/8/layout/orgChart1"/>
    <dgm:cxn modelId="{B0551B64-1F51-4C53-A2DD-327C42741C04}" type="presParOf" srcId="{77F82E10-48DC-49DC-BC5E-65A4287BE15A}" destId="{8E822BBC-7809-41B0-93E1-6B60FE855730}" srcOrd="1" destOrd="0" presId="urn:microsoft.com/office/officeart/2005/8/layout/orgChart1"/>
    <dgm:cxn modelId="{9AE31E5F-5393-464F-ABFA-30D9273DAA9B}" type="presParOf" srcId="{58AFF325-7802-426B-9BF6-208D702CB128}" destId="{25E92C3B-C2F3-40C3-9D18-F79BC0A145D3}" srcOrd="1" destOrd="0" presId="urn:microsoft.com/office/officeart/2005/8/layout/orgChart1"/>
    <dgm:cxn modelId="{0A87DC71-5658-4600-9428-C9FB5C71E3B0}" type="presParOf" srcId="{58AFF325-7802-426B-9BF6-208D702CB128}" destId="{F66023ED-7D5F-4346-8C2D-C8682426D59D}" srcOrd="2" destOrd="0" presId="urn:microsoft.com/office/officeart/2005/8/layout/orgChart1"/>
    <dgm:cxn modelId="{05BB1B19-4F54-4A80-A26F-F43A9F81F7AC}" type="presParOf" srcId="{C1BA8958-8495-4827-B5A9-6B1096CD1905}" destId="{42CC8CFF-2ACE-4287-8A38-FE0B19AB0E8A}" srcOrd="2" destOrd="0" presId="urn:microsoft.com/office/officeart/2005/8/layout/orgChart1"/>
    <dgm:cxn modelId="{904FB8DE-9799-46C3-9039-D8EDB0429BDD}" type="presParOf" srcId="{C1BA8958-8495-4827-B5A9-6B1096CD1905}" destId="{86D86365-603A-4783-AC2D-E60FDC38C582}" srcOrd="3" destOrd="0" presId="urn:microsoft.com/office/officeart/2005/8/layout/orgChart1"/>
    <dgm:cxn modelId="{DA7B2FD3-D17F-4FC9-9420-3F92482C4BB8}" type="presParOf" srcId="{86D86365-603A-4783-AC2D-E60FDC38C582}" destId="{272CA3A7-9335-48BE-AE9A-E637B042E271}" srcOrd="0" destOrd="0" presId="urn:microsoft.com/office/officeart/2005/8/layout/orgChart1"/>
    <dgm:cxn modelId="{6981B7CD-F794-4EEF-B554-6E6E5C2D6F5D}" type="presParOf" srcId="{272CA3A7-9335-48BE-AE9A-E637B042E271}" destId="{66591EBC-DAA4-4B50-99CE-1E8801ECC50E}" srcOrd="0" destOrd="0" presId="urn:microsoft.com/office/officeart/2005/8/layout/orgChart1"/>
    <dgm:cxn modelId="{87C4E147-AA6C-4CF5-85D8-004CB7B50761}" type="presParOf" srcId="{272CA3A7-9335-48BE-AE9A-E637B042E271}" destId="{32FF7B22-6423-4937-B02E-A59789120BA9}" srcOrd="1" destOrd="0" presId="urn:microsoft.com/office/officeart/2005/8/layout/orgChart1"/>
    <dgm:cxn modelId="{526854FE-80CC-4642-B33B-34A774140230}" type="presParOf" srcId="{86D86365-603A-4783-AC2D-E60FDC38C582}" destId="{6E43B992-AE0E-4AF9-8926-B4CF444F8DE9}" srcOrd="1" destOrd="0" presId="urn:microsoft.com/office/officeart/2005/8/layout/orgChart1"/>
    <dgm:cxn modelId="{94EBD2DB-DAD8-4ABB-B8B8-817B3836FDF1}" type="presParOf" srcId="{86D86365-603A-4783-AC2D-E60FDC38C582}" destId="{EDD009A6-934B-46FD-81D8-C9099D8FD38C}" srcOrd="2" destOrd="0" presId="urn:microsoft.com/office/officeart/2005/8/layout/orgChart1"/>
    <dgm:cxn modelId="{5ADD7A9E-4532-413D-8511-5E0D98481BAC}" type="presParOf" srcId="{C1BA8958-8495-4827-B5A9-6B1096CD1905}" destId="{B02A68B2-BD1F-469F-95C3-E963CE3879AA}" srcOrd="4" destOrd="0" presId="urn:microsoft.com/office/officeart/2005/8/layout/orgChart1"/>
    <dgm:cxn modelId="{BA8AC4DD-B6C5-46E2-B034-F81FE669C319}" type="presParOf" srcId="{C1BA8958-8495-4827-B5A9-6B1096CD1905}" destId="{C6767614-A614-41C9-8842-01ED0477FC7A}" srcOrd="5" destOrd="0" presId="urn:microsoft.com/office/officeart/2005/8/layout/orgChart1"/>
    <dgm:cxn modelId="{1D82E441-875D-4DF6-810A-2DBD27FE19F7}" type="presParOf" srcId="{C6767614-A614-41C9-8842-01ED0477FC7A}" destId="{0542CC96-E471-4E1F-845B-088CAD3A40B0}" srcOrd="0" destOrd="0" presId="urn:microsoft.com/office/officeart/2005/8/layout/orgChart1"/>
    <dgm:cxn modelId="{0F8F30BD-B011-4481-BA80-AE24382AF594}" type="presParOf" srcId="{0542CC96-E471-4E1F-845B-088CAD3A40B0}" destId="{2560D3C0-49B9-4733-B1A3-1F04E90C7D41}" srcOrd="0" destOrd="0" presId="urn:microsoft.com/office/officeart/2005/8/layout/orgChart1"/>
    <dgm:cxn modelId="{6054C0D1-6C0D-4702-BE66-B460F9812063}" type="presParOf" srcId="{0542CC96-E471-4E1F-845B-088CAD3A40B0}" destId="{26D402BA-D5F0-485D-A419-0325DD84E60A}" srcOrd="1" destOrd="0" presId="urn:microsoft.com/office/officeart/2005/8/layout/orgChart1"/>
    <dgm:cxn modelId="{4EFC233F-76AF-40FA-8856-17E62F2D4C81}" type="presParOf" srcId="{C6767614-A614-41C9-8842-01ED0477FC7A}" destId="{F925E2A5-4682-41D7-BA28-F4DB21388B02}" srcOrd="1" destOrd="0" presId="urn:microsoft.com/office/officeart/2005/8/layout/orgChart1"/>
    <dgm:cxn modelId="{1E7A1525-DA64-45FB-A426-A1BC69DCCAFF}" type="presParOf" srcId="{C6767614-A614-41C9-8842-01ED0477FC7A}" destId="{8B74D4C1-1E7C-46EE-9C03-140498DFE852}" srcOrd="2" destOrd="0" presId="urn:microsoft.com/office/officeart/2005/8/layout/orgChart1"/>
    <dgm:cxn modelId="{45FF88B3-3729-4335-9FE6-74B7E2B257E5}" type="presParOf" srcId="{F916A926-B076-484A-B58D-273DEC6B40F5}" destId="{382F202C-55A1-461E-991A-D4DE37D7E4A7}" srcOrd="2" destOrd="0" presId="urn:microsoft.com/office/officeart/2005/8/layout/orgChart1"/>
    <dgm:cxn modelId="{3766EE12-E3E0-4E9D-8006-1082854F04C1}" type="presParOf" srcId="{36F88AE2-1502-4FB0-8D52-E293D086CAD7}" destId="{C0B8E8F5-5261-4BB8-8351-F41EEE304B89}" srcOrd="8" destOrd="0" presId="urn:microsoft.com/office/officeart/2005/8/layout/orgChart1"/>
    <dgm:cxn modelId="{F2CD62BB-00CB-4C63-9BE7-48BAC000DB1D}" type="presParOf" srcId="{36F88AE2-1502-4FB0-8D52-E293D086CAD7}" destId="{236F92CB-D31E-4F28-81C2-76128CF1F566}" srcOrd="9" destOrd="0" presId="urn:microsoft.com/office/officeart/2005/8/layout/orgChart1"/>
    <dgm:cxn modelId="{C9A94BA9-900A-40FA-8936-AE5306488A00}" type="presParOf" srcId="{236F92CB-D31E-4F28-81C2-76128CF1F566}" destId="{56342D74-3305-4F2B-ADFA-0BEE07A3656A}" srcOrd="0" destOrd="0" presId="urn:microsoft.com/office/officeart/2005/8/layout/orgChart1"/>
    <dgm:cxn modelId="{EF2DFB6D-A291-4734-8B4D-0714C40DBA20}" type="presParOf" srcId="{56342D74-3305-4F2B-ADFA-0BEE07A3656A}" destId="{6E874E0E-CD39-4B8F-8BB1-758447ADE981}" srcOrd="0" destOrd="0" presId="urn:microsoft.com/office/officeart/2005/8/layout/orgChart1"/>
    <dgm:cxn modelId="{A4E1AEF4-046E-490F-9EC9-474AA1EE8607}" type="presParOf" srcId="{56342D74-3305-4F2B-ADFA-0BEE07A3656A}" destId="{95E33629-8A2C-4CAF-81CE-282569EE9D0C}" srcOrd="1" destOrd="0" presId="urn:microsoft.com/office/officeart/2005/8/layout/orgChart1"/>
    <dgm:cxn modelId="{AD81B6AA-726A-47A8-834A-8F18C378E100}" type="presParOf" srcId="{236F92CB-D31E-4F28-81C2-76128CF1F566}" destId="{B196C684-3D59-440C-8B60-A53FA93F2757}" srcOrd="1" destOrd="0" presId="urn:microsoft.com/office/officeart/2005/8/layout/orgChart1"/>
    <dgm:cxn modelId="{C41504FC-8C16-4B57-83B1-9E407A29CE22}" type="presParOf" srcId="{B196C684-3D59-440C-8B60-A53FA93F2757}" destId="{17F2FE89-923D-4F3C-99B5-26302345BAA2}" srcOrd="0" destOrd="0" presId="urn:microsoft.com/office/officeart/2005/8/layout/orgChart1"/>
    <dgm:cxn modelId="{8BCA651A-E003-4D4E-9BF1-FB9470764BB6}" type="presParOf" srcId="{B196C684-3D59-440C-8B60-A53FA93F2757}" destId="{D16FD5DF-7BA5-49A0-B0A4-C1F7C069EB47}" srcOrd="1" destOrd="0" presId="urn:microsoft.com/office/officeart/2005/8/layout/orgChart1"/>
    <dgm:cxn modelId="{7AF19229-6B0D-45D9-9F73-7A26417CAE6F}" type="presParOf" srcId="{D16FD5DF-7BA5-49A0-B0A4-C1F7C069EB47}" destId="{AF27F899-9B0D-4ABE-974F-E6E18258E1B5}" srcOrd="0" destOrd="0" presId="urn:microsoft.com/office/officeart/2005/8/layout/orgChart1"/>
    <dgm:cxn modelId="{A7AB2154-3F62-4B36-B479-5501DCE57F91}" type="presParOf" srcId="{AF27F899-9B0D-4ABE-974F-E6E18258E1B5}" destId="{12560C36-BCE1-4E78-ABEE-409BD084B9EA}" srcOrd="0" destOrd="0" presId="urn:microsoft.com/office/officeart/2005/8/layout/orgChart1"/>
    <dgm:cxn modelId="{376F5116-9FA9-4780-8768-AF39C9AE6D60}" type="presParOf" srcId="{AF27F899-9B0D-4ABE-974F-E6E18258E1B5}" destId="{4C531565-A2C7-41DC-87BC-5057A3499B96}" srcOrd="1" destOrd="0" presId="urn:microsoft.com/office/officeart/2005/8/layout/orgChart1"/>
    <dgm:cxn modelId="{A37994E3-9C4E-401C-9196-71AEB1E5FDF2}" type="presParOf" srcId="{D16FD5DF-7BA5-49A0-B0A4-C1F7C069EB47}" destId="{0DA4C9FB-CCC5-4A89-85F0-2DDA7F6DD190}" srcOrd="1" destOrd="0" presId="urn:microsoft.com/office/officeart/2005/8/layout/orgChart1"/>
    <dgm:cxn modelId="{584EB595-8A94-456F-A419-B0B02B38DA38}" type="presParOf" srcId="{D16FD5DF-7BA5-49A0-B0A4-C1F7C069EB47}" destId="{405F07E1-D709-418A-A90E-2284D9C3B2A0}" srcOrd="2" destOrd="0" presId="urn:microsoft.com/office/officeart/2005/8/layout/orgChart1"/>
    <dgm:cxn modelId="{1E984A6F-B045-45A8-A604-4AC8C346BBA7}" type="presParOf" srcId="{236F92CB-D31E-4F28-81C2-76128CF1F566}" destId="{6E2DF728-2406-4D4A-B12B-3DCA45DC5000}" srcOrd="2" destOrd="0" presId="urn:microsoft.com/office/officeart/2005/8/layout/orgChart1"/>
    <dgm:cxn modelId="{1E3353A0-CD3F-43D6-B549-2D662B53DD39}" type="presParOf" srcId="{36F88AE2-1502-4FB0-8D52-E293D086CAD7}" destId="{A34E8E39-F97B-4FAC-A009-AC9A2E8FD6EA}" srcOrd="10" destOrd="0" presId="urn:microsoft.com/office/officeart/2005/8/layout/orgChart1"/>
    <dgm:cxn modelId="{21955A3C-9C8E-4F3A-A36D-8913C208358C}" type="presParOf" srcId="{36F88AE2-1502-4FB0-8D52-E293D086CAD7}" destId="{4D4935E0-470B-454A-A087-85E63B7D9A3D}" srcOrd="11" destOrd="0" presId="urn:microsoft.com/office/officeart/2005/8/layout/orgChart1"/>
    <dgm:cxn modelId="{642A0BCA-6405-4C49-BD56-0E154487E2FB}" type="presParOf" srcId="{4D4935E0-470B-454A-A087-85E63B7D9A3D}" destId="{8841BE60-D5A5-4602-992C-6A2EFEA8B6E9}" srcOrd="0" destOrd="0" presId="urn:microsoft.com/office/officeart/2005/8/layout/orgChart1"/>
    <dgm:cxn modelId="{5D65E11C-4565-493B-9122-D5E5F17F7AE1}" type="presParOf" srcId="{8841BE60-D5A5-4602-992C-6A2EFEA8B6E9}" destId="{4DD3E079-E659-4CAA-8BD1-A49E007B995A}" srcOrd="0" destOrd="0" presId="urn:microsoft.com/office/officeart/2005/8/layout/orgChart1"/>
    <dgm:cxn modelId="{C85F10F6-AFE2-452B-BD6A-219D83CF531D}" type="presParOf" srcId="{8841BE60-D5A5-4602-992C-6A2EFEA8B6E9}" destId="{D9E03D1D-3156-453F-9BB7-DA2043496990}" srcOrd="1" destOrd="0" presId="urn:microsoft.com/office/officeart/2005/8/layout/orgChart1"/>
    <dgm:cxn modelId="{8D7385E0-DC31-4B7D-AD0B-AB58D051E454}" type="presParOf" srcId="{4D4935E0-470B-454A-A087-85E63B7D9A3D}" destId="{F347771F-D50D-412C-8DDA-267B4155D226}" srcOrd="1" destOrd="0" presId="urn:microsoft.com/office/officeart/2005/8/layout/orgChart1"/>
    <dgm:cxn modelId="{F640FD7D-8502-4798-AE87-A903DE4FA9D0}" type="presParOf" srcId="{F347771F-D50D-412C-8DDA-267B4155D226}" destId="{E0B4E239-EA6D-4AB8-BFBD-3C844A00FCCC}" srcOrd="0" destOrd="0" presId="urn:microsoft.com/office/officeart/2005/8/layout/orgChart1"/>
    <dgm:cxn modelId="{542D46C1-D455-45A3-8B52-23AF981C1C82}" type="presParOf" srcId="{F347771F-D50D-412C-8DDA-267B4155D226}" destId="{547F3F0F-C869-452C-AC0B-ACDEEE90C3D8}" srcOrd="1" destOrd="0" presId="urn:microsoft.com/office/officeart/2005/8/layout/orgChart1"/>
    <dgm:cxn modelId="{E3CF34F5-D369-4704-95BC-7CFC4D5E4BB9}" type="presParOf" srcId="{547F3F0F-C869-452C-AC0B-ACDEEE90C3D8}" destId="{389E7A89-D3C7-4639-8DBD-685CDE7FE2B7}" srcOrd="0" destOrd="0" presId="urn:microsoft.com/office/officeart/2005/8/layout/orgChart1"/>
    <dgm:cxn modelId="{34F9B215-1EF4-4557-8A9E-2F3B1C8A3006}" type="presParOf" srcId="{389E7A89-D3C7-4639-8DBD-685CDE7FE2B7}" destId="{A0A5AC44-05D8-4ED1-B764-B9483CFC86FD}" srcOrd="0" destOrd="0" presId="urn:microsoft.com/office/officeart/2005/8/layout/orgChart1"/>
    <dgm:cxn modelId="{FE84345D-FDFF-487C-ADDF-F4BEDB97B591}" type="presParOf" srcId="{389E7A89-D3C7-4639-8DBD-685CDE7FE2B7}" destId="{F761C7CE-19C7-4BC6-8BE6-623B1A9A9A85}" srcOrd="1" destOrd="0" presId="urn:microsoft.com/office/officeart/2005/8/layout/orgChart1"/>
    <dgm:cxn modelId="{4C95B0B8-3A60-4206-B551-1DE1281BF069}" type="presParOf" srcId="{547F3F0F-C869-452C-AC0B-ACDEEE90C3D8}" destId="{E66A1A22-D86F-4874-B8FC-4CF8FA5CD49C}" srcOrd="1" destOrd="0" presId="urn:microsoft.com/office/officeart/2005/8/layout/orgChart1"/>
    <dgm:cxn modelId="{58E58E09-3568-4768-B03F-138D8741803B}" type="presParOf" srcId="{547F3F0F-C869-452C-AC0B-ACDEEE90C3D8}" destId="{AB496B2D-69D2-4157-BA6A-0F8CC3ED1178}" srcOrd="2" destOrd="0" presId="urn:microsoft.com/office/officeart/2005/8/layout/orgChart1"/>
    <dgm:cxn modelId="{6551503C-E189-48EC-BC0B-438D48C8731A}" type="presParOf" srcId="{F347771F-D50D-412C-8DDA-267B4155D226}" destId="{0B257208-B03D-4873-BD72-64C0BFE7BB80}" srcOrd="2" destOrd="0" presId="urn:microsoft.com/office/officeart/2005/8/layout/orgChart1"/>
    <dgm:cxn modelId="{2BA395F2-72A2-4480-9F6C-C4C6AA788B42}" type="presParOf" srcId="{F347771F-D50D-412C-8DDA-267B4155D226}" destId="{C74AA743-F5B5-429A-BD28-6C9F37B7255E}" srcOrd="3" destOrd="0" presId="urn:microsoft.com/office/officeart/2005/8/layout/orgChart1"/>
    <dgm:cxn modelId="{FE00DB1A-E4F0-4AE9-A112-47FC31B3EE79}" type="presParOf" srcId="{C74AA743-F5B5-429A-BD28-6C9F37B7255E}" destId="{1A4E0DEC-2790-4A23-A0EE-5FB93136B028}" srcOrd="0" destOrd="0" presId="urn:microsoft.com/office/officeart/2005/8/layout/orgChart1"/>
    <dgm:cxn modelId="{16C1D18E-4DC7-45CF-B92B-F6E4A4AF1776}" type="presParOf" srcId="{1A4E0DEC-2790-4A23-A0EE-5FB93136B028}" destId="{D822EDDF-D7BE-4830-8BE1-464128AA5270}" srcOrd="0" destOrd="0" presId="urn:microsoft.com/office/officeart/2005/8/layout/orgChart1"/>
    <dgm:cxn modelId="{17715E7E-A178-48A3-9D97-359FEB27B92E}" type="presParOf" srcId="{1A4E0DEC-2790-4A23-A0EE-5FB93136B028}" destId="{73027393-6A6F-4408-9F37-DF56B6C1A56F}" srcOrd="1" destOrd="0" presId="urn:microsoft.com/office/officeart/2005/8/layout/orgChart1"/>
    <dgm:cxn modelId="{39082883-B1CA-425A-AFD6-8D933ED60C9F}" type="presParOf" srcId="{C74AA743-F5B5-429A-BD28-6C9F37B7255E}" destId="{0FAFB2FA-1E3D-4680-9983-9A714AC23D13}" srcOrd="1" destOrd="0" presId="urn:microsoft.com/office/officeart/2005/8/layout/orgChart1"/>
    <dgm:cxn modelId="{812E7EA5-2F5C-4C2D-9F26-8331B28FEADB}" type="presParOf" srcId="{C74AA743-F5B5-429A-BD28-6C9F37B7255E}" destId="{044CC11F-4EF7-46C2-8458-8D6B630BEF9F}" srcOrd="2" destOrd="0" presId="urn:microsoft.com/office/officeart/2005/8/layout/orgChart1"/>
    <dgm:cxn modelId="{55079817-C980-4E5B-A0F3-31FF32E9E84E}" type="presParOf" srcId="{4D4935E0-470B-454A-A087-85E63B7D9A3D}" destId="{C4D73A07-34F5-42CA-9616-6CDA7ECFA37F}" srcOrd="2" destOrd="0" presId="urn:microsoft.com/office/officeart/2005/8/layout/orgChart1"/>
    <dgm:cxn modelId="{541D44DD-1940-44EB-A405-937B855105DE}" type="presParOf" srcId="{545F85D4-67AA-47E0-A140-513A42EFBDC6}" destId="{B4C903CE-321E-4209-B68E-F21CA6A88E37}" srcOrd="2" destOrd="0" presId="urn:microsoft.com/office/officeart/2005/8/layout/orgChart1"/>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C44CF8-5592-46A1-B2EA-2306C7A7B9D8}" type="doc">
      <dgm:prSet loTypeId="urn:microsoft.com/office/officeart/2005/8/layout/orgChart1" loCatId="hierarchy" qsTypeId="urn:microsoft.com/office/officeart/2005/8/quickstyle/simple1#2" qsCatId="simple" csTypeId="urn:microsoft.com/office/officeart/2005/8/colors/accent1_2#2" csCatId="accent1" phldr="1"/>
      <dgm:spPr/>
      <dgm:t>
        <a:bodyPr/>
        <a:lstStyle/>
        <a:p>
          <a:endParaRPr lang="en-US"/>
        </a:p>
      </dgm:t>
    </dgm:pt>
    <dgm:pt modelId="{4224F16D-E4C0-4250-9EFA-7C747A39F793}">
      <dgm:prSet phldrT="[Tekst]" custT="1"/>
      <dgm:spPr/>
      <dgm:t>
        <a:bodyPr/>
        <a:lstStyle/>
        <a:p>
          <a:r>
            <a:rPr lang="en-US" sz="1400" noProof="0" dirty="0"/>
            <a:t>Tokens in C</a:t>
          </a:r>
        </a:p>
      </dgm:t>
    </dgm:pt>
    <dgm:pt modelId="{4764781C-0A7E-437D-A5A3-7FE315335671}" type="parTrans" cxnId="{F2DF25CF-E234-4694-9020-0531F3A42D4A}">
      <dgm:prSet/>
      <dgm:spPr/>
      <dgm:t>
        <a:bodyPr/>
        <a:lstStyle/>
        <a:p>
          <a:endParaRPr lang="en-US" sz="1400" noProof="0" dirty="0"/>
        </a:p>
      </dgm:t>
    </dgm:pt>
    <dgm:pt modelId="{2E392CA9-FC57-4CCD-9FAE-221D640476DC}" type="sibTrans" cxnId="{F2DF25CF-E234-4694-9020-0531F3A42D4A}">
      <dgm:prSet/>
      <dgm:spPr/>
      <dgm:t>
        <a:bodyPr/>
        <a:lstStyle/>
        <a:p>
          <a:endParaRPr lang="en-US" sz="1400" noProof="0" dirty="0"/>
        </a:p>
      </dgm:t>
    </dgm:pt>
    <dgm:pt modelId="{633632CF-3971-4DAE-9D7B-30F94F90EF74}">
      <dgm:prSet phldrT="[Tekst]" custT="1"/>
      <dgm:spPr/>
      <dgm:t>
        <a:bodyPr/>
        <a:lstStyle/>
        <a:p>
          <a:r>
            <a:rPr lang="en-US" sz="1400" noProof="0" dirty="0"/>
            <a:t>Keywords</a:t>
          </a:r>
        </a:p>
      </dgm:t>
    </dgm:pt>
    <dgm:pt modelId="{5BA73491-6D8F-4D54-8C22-ED9718E8C773}" type="parTrans" cxnId="{BC8E6780-3FC5-4C5B-B5F0-A3B95D6AD797}">
      <dgm:prSet/>
      <dgm:spPr/>
      <dgm:t>
        <a:bodyPr/>
        <a:lstStyle/>
        <a:p>
          <a:endParaRPr lang="en-US" sz="1400" noProof="0" dirty="0"/>
        </a:p>
      </dgm:t>
    </dgm:pt>
    <dgm:pt modelId="{D3D2AE8F-62FA-4DE6-9400-38E384816E25}" type="sibTrans" cxnId="{BC8E6780-3FC5-4C5B-B5F0-A3B95D6AD797}">
      <dgm:prSet/>
      <dgm:spPr/>
      <dgm:t>
        <a:bodyPr/>
        <a:lstStyle/>
        <a:p>
          <a:endParaRPr lang="en-US" sz="1400" noProof="0" dirty="0"/>
        </a:p>
      </dgm:t>
    </dgm:pt>
    <dgm:pt modelId="{A4AA5E78-2E83-4F60-8055-685BC550D62A}">
      <dgm:prSet phldrT="[Tekst]" custT="1"/>
      <dgm:spPr/>
      <dgm:t>
        <a:bodyPr/>
        <a:lstStyle/>
        <a:p>
          <a:r>
            <a:rPr lang="en-US" sz="1400" noProof="0" dirty="0"/>
            <a:t>Operators</a:t>
          </a:r>
        </a:p>
      </dgm:t>
    </dgm:pt>
    <dgm:pt modelId="{88CF5CEC-22C5-4BBA-8046-80EB3D1D5343}" type="parTrans" cxnId="{278D86BD-DD72-4BE8-B251-CC7ACEE349AC}">
      <dgm:prSet/>
      <dgm:spPr/>
      <dgm:t>
        <a:bodyPr/>
        <a:lstStyle/>
        <a:p>
          <a:endParaRPr lang="en-US" sz="1400" noProof="0" dirty="0"/>
        </a:p>
      </dgm:t>
    </dgm:pt>
    <dgm:pt modelId="{240E04B3-7F9A-4CAC-AA69-24A02A09EAF4}" type="sibTrans" cxnId="{278D86BD-DD72-4BE8-B251-CC7ACEE349AC}">
      <dgm:prSet/>
      <dgm:spPr/>
      <dgm:t>
        <a:bodyPr/>
        <a:lstStyle/>
        <a:p>
          <a:endParaRPr lang="en-US" sz="1400" noProof="0" dirty="0"/>
        </a:p>
      </dgm:t>
    </dgm:pt>
    <dgm:pt modelId="{1E34E429-3B1C-474D-9623-B03C5A0898DC}">
      <dgm:prSet phldrT="[Tekst]" custT="1"/>
      <dgm:spPr/>
      <dgm:t>
        <a:bodyPr/>
        <a:lstStyle/>
        <a:p>
          <a:r>
            <a:rPr lang="en-US" sz="1400" noProof="0" dirty="0"/>
            <a:t>Strings</a:t>
          </a:r>
        </a:p>
      </dgm:t>
    </dgm:pt>
    <dgm:pt modelId="{4F7FBD52-D6A1-4338-9771-F2002E5F6B75}" type="parTrans" cxnId="{807EA633-E7DE-4E18-BA8E-0A3EAA0C411A}">
      <dgm:prSet/>
      <dgm:spPr/>
      <dgm:t>
        <a:bodyPr/>
        <a:lstStyle/>
        <a:p>
          <a:endParaRPr lang="en-US" sz="1400" noProof="0" dirty="0"/>
        </a:p>
      </dgm:t>
    </dgm:pt>
    <dgm:pt modelId="{252ADE1E-C336-44E3-B1D6-1F82450F38D6}" type="sibTrans" cxnId="{807EA633-E7DE-4E18-BA8E-0A3EAA0C411A}">
      <dgm:prSet/>
      <dgm:spPr/>
      <dgm:t>
        <a:bodyPr/>
        <a:lstStyle/>
        <a:p>
          <a:endParaRPr lang="en-US" sz="1400" noProof="0" dirty="0"/>
        </a:p>
      </dgm:t>
    </dgm:pt>
    <dgm:pt modelId="{BC0BE655-0F5F-495D-9A00-DAC06F460A34}">
      <dgm:prSet phldrT="[Tekst]" custT="1"/>
      <dgm:spPr/>
      <dgm:t>
        <a:bodyPr/>
        <a:lstStyle/>
        <a:p>
          <a:r>
            <a:rPr lang="en-US" sz="1400" noProof="0" dirty="0"/>
            <a:t>Constants</a:t>
          </a:r>
        </a:p>
      </dgm:t>
    </dgm:pt>
    <dgm:pt modelId="{334B7B4A-A0EC-4BE3-BD57-2D500CC655D9}" type="parTrans" cxnId="{5874247F-2422-4E47-8E05-B8808B53F5C9}">
      <dgm:prSet/>
      <dgm:spPr/>
      <dgm:t>
        <a:bodyPr/>
        <a:lstStyle/>
        <a:p>
          <a:endParaRPr lang="en-US" sz="1400" noProof="0" dirty="0"/>
        </a:p>
      </dgm:t>
    </dgm:pt>
    <dgm:pt modelId="{B44FBCDD-38D0-4763-9095-FA316015ED4F}" type="sibTrans" cxnId="{5874247F-2422-4E47-8E05-B8808B53F5C9}">
      <dgm:prSet/>
      <dgm:spPr/>
      <dgm:t>
        <a:bodyPr/>
        <a:lstStyle/>
        <a:p>
          <a:endParaRPr lang="en-US" sz="1400" noProof="0" dirty="0"/>
        </a:p>
      </dgm:t>
    </dgm:pt>
    <dgm:pt modelId="{9C26E6AD-47AB-46A2-B2EA-EF1F57DFDC1B}">
      <dgm:prSet phldrT="[Tekst]" custT="1"/>
      <dgm:spPr/>
      <dgm:t>
        <a:bodyPr/>
        <a:lstStyle/>
        <a:p>
          <a:r>
            <a:rPr lang="en-US" sz="1200" noProof="0" dirty="0"/>
            <a:t>void</a:t>
          </a:r>
        </a:p>
      </dgm:t>
    </dgm:pt>
    <dgm:pt modelId="{F77BA94F-5F5A-4244-B671-7D147C089B9A}" type="parTrans" cxnId="{5A22C309-0586-4676-BBD3-0E8848D1186D}">
      <dgm:prSet/>
      <dgm:spPr/>
      <dgm:t>
        <a:bodyPr/>
        <a:lstStyle/>
        <a:p>
          <a:endParaRPr lang="en-US" sz="1400" noProof="0" dirty="0"/>
        </a:p>
      </dgm:t>
    </dgm:pt>
    <dgm:pt modelId="{511E7827-8C48-4812-81C5-1BFB2F3AE3BA}" type="sibTrans" cxnId="{5A22C309-0586-4676-BBD3-0E8848D1186D}">
      <dgm:prSet/>
      <dgm:spPr/>
      <dgm:t>
        <a:bodyPr/>
        <a:lstStyle/>
        <a:p>
          <a:endParaRPr lang="en-US" sz="1400" noProof="0" dirty="0"/>
        </a:p>
      </dgm:t>
    </dgm:pt>
    <dgm:pt modelId="{D125D46D-5803-498C-8210-A47012081385}">
      <dgm:prSet phldrT="[Tekst]" custT="1"/>
      <dgm:spPr/>
      <dgm:t>
        <a:bodyPr/>
        <a:lstStyle/>
        <a:p>
          <a:r>
            <a:rPr lang="en-US" sz="1200" noProof="0" dirty="0" err="1"/>
            <a:t>Arithmatic</a:t>
          </a:r>
          <a:r>
            <a:rPr lang="en-US" sz="1200" noProof="0" dirty="0"/>
            <a:t>: +, -, /, *, %</a:t>
          </a:r>
        </a:p>
      </dgm:t>
    </dgm:pt>
    <dgm:pt modelId="{6C9F876D-C243-48CC-A6C6-3E603B596FCC}" type="sibTrans" cxnId="{2D0F2247-A216-40B8-8D4C-D1B2BE8034F2}">
      <dgm:prSet/>
      <dgm:spPr/>
      <dgm:t>
        <a:bodyPr/>
        <a:lstStyle/>
        <a:p>
          <a:endParaRPr lang="en-US" sz="1400" noProof="0" dirty="0"/>
        </a:p>
      </dgm:t>
    </dgm:pt>
    <dgm:pt modelId="{ECBAC60C-C54E-43D5-B4DD-7D03D17F79BB}" type="parTrans" cxnId="{2D0F2247-A216-40B8-8D4C-D1B2BE8034F2}">
      <dgm:prSet/>
      <dgm:spPr/>
      <dgm:t>
        <a:bodyPr/>
        <a:lstStyle/>
        <a:p>
          <a:endParaRPr lang="en-US" sz="1400" noProof="0" dirty="0"/>
        </a:p>
      </dgm:t>
    </dgm:pt>
    <dgm:pt modelId="{789381F5-38E8-4D18-8E95-BD320E8E1B63}">
      <dgm:prSet phldrT="[Tekst]" custT="1"/>
      <dgm:spPr/>
      <dgm:t>
        <a:bodyPr/>
        <a:lstStyle/>
        <a:p>
          <a:r>
            <a:rPr lang="en-US" sz="1200" noProof="0" dirty="0"/>
            <a:t>Relational: &lt;, &lt;=, &gt;, &gt;=, ==, !=</a:t>
          </a:r>
        </a:p>
      </dgm:t>
    </dgm:pt>
    <dgm:pt modelId="{9A4EFD8F-03F9-4ED5-B373-EE8E6CEF662D}" type="parTrans" cxnId="{876981AD-75BF-4375-8BD3-A0DA1E9791A0}">
      <dgm:prSet/>
      <dgm:spPr/>
      <dgm:t>
        <a:bodyPr/>
        <a:lstStyle/>
        <a:p>
          <a:endParaRPr lang="en-US" sz="1400" noProof="0" dirty="0"/>
        </a:p>
      </dgm:t>
    </dgm:pt>
    <dgm:pt modelId="{3D2EC0CF-B602-45D2-9AD5-1644DD271D0F}" type="sibTrans" cxnId="{876981AD-75BF-4375-8BD3-A0DA1E9791A0}">
      <dgm:prSet/>
      <dgm:spPr/>
      <dgm:t>
        <a:bodyPr/>
        <a:lstStyle/>
        <a:p>
          <a:endParaRPr lang="en-US" sz="1400" noProof="0" dirty="0"/>
        </a:p>
      </dgm:t>
    </dgm:pt>
    <dgm:pt modelId="{F53F0496-01AD-40B1-BEC5-C28B736DB0ED}">
      <dgm:prSet phldrT="[Tekst]" custT="1"/>
      <dgm:spPr/>
      <dgm:t>
        <a:bodyPr/>
        <a:lstStyle/>
        <a:p>
          <a:r>
            <a:rPr lang="en-US" sz="1200" noProof="0" dirty="0"/>
            <a:t>Logical: &amp;&amp;, ||, !</a:t>
          </a:r>
        </a:p>
      </dgm:t>
    </dgm:pt>
    <dgm:pt modelId="{D64FE767-F5E9-4BFB-BD3F-EF4B418AB559}" type="parTrans" cxnId="{19AB12D5-191F-4D42-84DE-4F0B5F501851}">
      <dgm:prSet/>
      <dgm:spPr/>
      <dgm:t>
        <a:bodyPr/>
        <a:lstStyle/>
        <a:p>
          <a:endParaRPr lang="en-US" sz="1400" noProof="0" dirty="0"/>
        </a:p>
      </dgm:t>
    </dgm:pt>
    <dgm:pt modelId="{75047260-0C40-4E21-ACA0-4A586AC16CDB}" type="sibTrans" cxnId="{19AB12D5-191F-4D42-84DE-4F0B5F501851}">
      <dgm:prSet/>
      <dgm:spPr/>
      <dgm:t>
        <a:bodyPr/>
        <a:lstStyle/>
        <a:p>
          <a:endParaRPr lang="en-US" sz="1400" noProof="0" dirty="0"/>
        </a:p>
      </dgm:t>
    </dgm:pt>
    <dgm:pt modelId="{A5734974-0BE2-4CD5-99FC-825F199813B3}">
      <dgm:prSet phldrT="[Tekst]" custT="1"/>
      <dgm:spPr/>
      <dgm:t>
        <a:bodyPr/>
        <a:lstStyle/>
        <a:p>
          <a:r>
            <a:rPr lang="en-US" sz="1200" noProof="0" dirty="0"/>
            <a:t>Bitwise: &amp;, |, &lt;&lt;, &gt;&gt;, ~, ^</a:t>
          </a:r>
        </a:p>
      </dgm:t>
    </dgm:pt>
    <dgm:pt modelId="{8C2BF4B1-B6F2-4A77-97BB-A66B22F99EB5}" type="parTrans" cxnId="{777BBB1E-A092-4BFA-A01E-15F297309BC0}">
      <dgm:prSet/>
      <dgm:spPr/>
      <dgm:t>
        <a:bodyPr/>
        <a:lstStyle/>
        <a:p>
          <a:endParaRPr lang="en-US" sz="1400" noProof="0" dirty="0"/>
        </a:p>
      </dgm:t>
    </dgm:pt>
    <dgm:pt modelId="{EBB34965-3941-495F-8828-2B62F607CF25}" type="sibTrans" cxnId="{777BBB1E-A092-4BFA-A01E-15F297309BC0}">
      <dgm:prSet/>
      <dgm:spPr/>
      <dgm:t>
        <a:bodyPr/>
        <a:lstStyle/>
        <a:p>
          <a:endParaRPr lang="en-US" sz="1400" noProof="0" dirty="0"/>
        </a:p>
      </dgm:t>
    </dgm:pt>
    <dgm:pt modelId="{A14220CC-E46E-4BB5-A14B-0F59CA674199}">
      <dgm:prSet phldrT="[Tekst]" custT="1"/>
      <dgm:spPr/>
      <dgm:t>
        <a:bodyPr/>
        <a:lstStyle/>
        <a:p>
          <a:r>
            <a:rPr lang="en-US" sz="1200" noProof="0" dirty="0"/>
            <a:t>"Hello, World!"</a:t>
          </a:r>
        </a:p>
      </dgm:t>
    </dgm:pt>
    <dgm:pt modelId="{B088BEBF-AE62-4103-8EC7-80EA85259D7F}" type="parTrans" cxnId="{03DFE3FF-FA26-40CC-9B65-624CC6B53608}">
      <dgm:prSet/>
      <dgm:spPr/>
      <dgm:t>
        <a:bodyPr/>
        <a:lstStyle/>
        <a:p>
          <a:endParaRPr lang="en-US" sz="1400" noProof="0" dirty="0"/>
        </a:p>
      </dgm:t>
    </dgm:pt>
    <dgm:pt modelId="{3D14F5B7-8E45-416A-A422-19F15DB604C5}" type="sibTrans" cxnId="{03DFE3FF-FA26-40CC-9B65-624CC6B53608}">
      <dgm:prSet/>
      <dgm:spPr/>
      <dgm:t>
        <a:bodyPr/>
        <a:lstStyle/>
        <a:p>
          <a:endParaRPr lang="en-US" sz="1400" noProof="0" dirty="0"/>
        </a:p>
      </dgm:t>
    </dgm:pt>
    <dgm:pt modelId="{743610C1-9835-4646-A186-61AF59C69A49}">
      <dgm:prSet phldrT="[Tekst]" custT="1"/>
      <dgm:spPr/>
      <dgm:t>
        <a:bodyPr/>
        <a:lstStyle/>
        <a:p>
          <a:r>
            <a:rPr lang="en-US" sz="1200" noProof="0" dirty="0"/>
            <a:t>Integer</a:t>
          </a:r>
        </a:p>
      </dgm:t>
    </dgm:pt>
    <dgm:pt modelId="{6EDA1C38-4764-4423-8060-5ED8CCC0F01A}" type="parTrans" cxnId="{EE8F14E8-23AD-46BF-8DB9-EB490DF860F0}">
      <dgm:prSet/>
      <dgm:spPr/>
      <dgm:t>
        <a:bodyPr/>
        <a:lstStyle/>
        <a:p>
          <a:endParaRPr lang="en-US" sz="1400" noProof="0" dirty="0"/>
        </a:p>
      </dgm:t>
    </dgm:pt>
    <dgm:pt modelId="{13176DFB-8060-426F-95B7-3C1710C0F4B6}" type="sibTrans" cxnId="{EE8F14E8-23AD-46BF-8DB9-EB490DF860F0}">
      <dgm:prSet/>
      <dgm:spPr/>
      <dgm:t>
        <a:bodyPr/>
        <a:lstStyle/>
        <a:p>
          <a:endParaRPr lang="en-US" sz="1400" noProof="0" dirty="0"/>
        </a:p>
      </dgm:t>
    </dgm:pt>
    <dgm:pt modelId="{B6D2EDFE-802F-4E0C-93BF-A0ED98D0E7F6}">
      <dgm:prSet phldrT="[Tekst]" custT="1"/>
      <dgm:spPr/>
      <dgm:t>
        <a:bodyPr/>
        <a:lstStyle/>
        <a:p>
          <a:r>
            <a:rPr lang="en-US" sz="1200" noProof="0" dirty="0"/>
            <a:t>Float</a:t>
          </a:r>
        </a:p>
      </dgm:t>
    </dgm:pt>
    <dgm:pt modelId="{47311D9D-83D8-4ACE-B991-1A0240300974}" type="parTrans" cxnId="{E6006B6D-1FA5-4923-AB45-E77CB3871ADC}">
      <dgm:prSet/>
      <dgm:spPr/>
      <dgm:t>
        <a:bodyPr/>
        <a:lstStyle/>
        <a:p>
          <a:endParaRPr lang="en-US" sz="1400" noProof="0" dirty="0"/>
        </a:p>
      </dgm:t>
    </dgm:pt>
    <dgm:pt modelId="{2B79E227-8857-4522-97AB-48E450018EF2}" type="sibTrans" cxnId="{E6006B6D-1FA5-4923-AB45-E77CB3871ADC}">
      <dgm:prSet/>
      <dgm:spPr/>
      <dgm:t>
        <a:bodyPr/>
        <a:lstStyle/>
        <a:p>
          <a:endParaRPr lang="en-US" sz="1400" noProof="0" dirty="0"/>
        </a:p>
      </dgm:t>
    </dgm:pt>
    <dgm:pt modelId="{F35C074E-D97A-4488-BCC5-DD2EC3E4159B}">
      <dgm:prSet phldrT="[Tekst]" custT="1"/>
      <dgm:spPr/>
      <dgm:t>
        <a:bodyPr/>
        <a:lstStyle/>
        <a:p>
          <a:r>
            <a:rPr lang="en-US" sz="1200" noProof="0" dirty="0"/>
            <a:t>Character</a:t>
          </a:r>
        </a:p>
      </dgm:t>
    </dgm:pt>
    <dgm:pt modelId="{4E44B729-4FD2-400E-8B90-BD1D868B0915}" type="parTrans" cxnId="{50F60C8B-23EB-450B-BD68-60C2AD72238A}">
      <dgm:prSet/>
      <dgm:spPr/>
      <dgm:t>
        <a:bodyPr/>
        <a:lstStyle/>
        <a:p>
          <a:endParaRPr lang="en-US" sz="1400" noProof="0" dirty="0"/>
        </a:p>
      </dgm:t>
    </dgm:pt>
    <dgm:pt modelId="{4BEFC5DD-50E1-4FBC-8871-071A9976849E}" type="sibTrans" cxnId="{50F60C8B-23EB-450B-BD68-60C2AD72238A}">
      <dgm:prSet/>
      <dgm:spPr/>
      <dgm:t>
        <a:bodyPr/>
        <a:lstStyle/>
        <a:p>
          <a:endParaRPr lang="en-US" sz="1400" noProof="0" dirty="0"/>
        </a:p>
      </dgm:t>
    </dgm:pt>
    <dgm:pt modelId="{D379CC98-9369-4B4E-AFF9-DCF4FDEA7672}">
      <dgm:prSet phldrT="[Tekst]" custT="1"/>
      <dgm:spPr/>
      <dgm:t>
        <a:bodyPr/>
        <a:lstStyle/>
        <a:p>
          <a:r>
            <a:rPr lang="en-US" sz="1400" noProof="0" dirty="0"/>
            <a:t>Special Characters</a:t>
          </a:r>
        </a:p>
      </dgm:t>
    </dgm:pt>
    <dgm:pt modelId="{3C498F2D-6E89-4945-84AB-C0166F5E6B66}" type="parTrans" cxnId="{F98607BB-FCE2-4D66-9362-2D3214635102}">
      <dgm:prSet/>
      <dgm:spPr/>
      <dgm:t>
        <a:bodyPr/>
        <a:lstStyle/>
        <a:p>
          <a:endParaRPr lang="en-US" noProof="0" dirty="0"/>
        </a:p>
      </dgm:t>
    </dgm:pt>
    <dgm:pt modelId="{D8D87258-3AAC-4040-AA74-C678A2F6A4B8}" type="sibTrans" cxnId="{F98607BB-FCE2-4D66-9362-2D3214635102}">
      <dgm:prSet/>
      <dgm:spPr/>
      <dgm:t>
        <a:bodyPr/>
        <a:lstStyle/>
        <a:p>
          <a:endParaRPr lang="en-US" noProof="0" dirty="0"/>
        </a:p>
      </dgm:t>
    </dgm:pt>
    <dgm:pt modelId="{35B1A56A-297B-4326-8815-E7CCDD729A8D}">
      <dgm:prSet phldrT="[Tekst]" custT="1"/>
      <dgm:spPr/>
      <dgm:t>
        <a:bodyPr/>
        <a:lstStyle/>
        <a:p>
          <a:r>
            <a:rPr lang="en-US" sz="1400" noProof="0" dirty="0"/>
            <a:t>Identifies</a:t>
          </a:r>
          <a:br>
            <a:rPr lang="en-US" sz="1400" noProof="0" dirty="0"/>
          </a:br>
          <a:r>
            <a:rPr lang="en-US" sz="1400" noProof="0" dirty="0"/>
            <a:t>(user-defined)</a:t>
          </a:r>
        </a:p>
      </dgm:t>
    </dgm:pt>
    <dgm:pt modelId="{4F079034-0A01-4BF7-A6C0-E37F7B442244}" type="parTrans" cxnId="{04C15435-C161-4B89-B68A-766FF58653FF}">
      <dgm:prSet/>
      <dgm:spPr/>
      <dgm:t>
        <a:bodyPr/>
        <a:lstStyle/>
        <a:p>
          <a:endParaRPr lang="en-US" noProof="0" dirty="0"/>
        </a:p>
      </dgm:t>
    </dgm:pt>
    <dgm:pt modelId="{06AE8BEB-D9BA-4651-B908-BB7E024E3256}" type="sibTrans" cxnId="{04C15435-C161-4B89-B68A-766FF58653FF}">
      <dgm:prSet/>
      <dgm:spPr/>
      <dgm:t>
        <a:bodyPr/>
        <a:lstStyle/>
        <a:p>
          <a:endParaRPr lang="en-US" noProof="0" dirty="0"/>
        </a:p>
      </dgm:t>
    </dgm:pt>
    <dgm:pt modelId="{69E7C492-A0CD-449E-9C33-4CAE3655DFB0}">
      <dgm:prSet phldrT="[Tekst]" custT="1"/>
      <dgm:spPr/>
      <dgm:t>
        <a:bodyPr/>
        <a:lstStyle/>
        <a:p>
          <a:r>
            <a:rPr lang="da-DK" sz="1200" noProof="0" dirty="0" err="1"/>
            <a:t>Conditonal</a:t>
          </a:r>
          <a:r>
            <a:rPr lang="da-DK" sz="1200" noProof="0" dirty="0"/>
            <a:t>: ? :</a:t>
          </a:r>
          <a:endParaRPr lang="en-US" sz="1200" noProof="0" dirty="0"/>
        </a:p>
      </dgm:t>
    </dgm:pt>
    <dgm:pt modelId="{E252E372-499C-4A2A-9F73-A5A42CA6D3ED}" type="parTrans" cxnId="{396F8493-FD28-41DB-B26E-EDC61B59B918}">
      <dgm:prSet/>
      <dgm:spPr/>
      <dgm:t>
        <a:bodyPr/>
        <a:lstStyle/>
        <a:p>
          <a:endParaRPr lang="en-US"/>
        </a:p>
      </dgm:t>
    </dgm:pt>
    <dgm:pt modelId="{2900A165-48FB-4ECC-881B-369CF6B53168}" type="sibTrans" cxnId="{396F8493-FD28-41DB-B26E-EDC61B59B918}">
      <dgm:prSet/>
      <dgm:spPr/>
      <dgm:t>
        <a:bodyPr/>
        <a:lstStyle/>
        <a:p>
          <a:endParaRPr lang="en-US"/>
        </a:p>
      </dgm:t>
    </dgm:pt>
    <dgm:pt modelId="{03C281E7-DDB5-49A7-B1F9-898033612503}">
      <dgm:prSet phldrT="[Tekst]" custT="1"/>
      <dgm:spPr/>
      <dgm:t>
        <a:bodyPr/>
        <a:lstStyle/>
        <a:p>
          <a:r>
            <a:rPr lang="da-DK" sz="1200" noProof="0" dirty="0" err="1"/>
            <a:t>Assignment</a:t>
          </a:r>
          <a:r>
            <a:rPr lang="da-DK" sz="1200" noProof="0" dirty="0"/>
            <a:t>: =, +=, -=, *=, /=, %=</a:t>
          </a:r>
          <a:endParaRPr lang="en-US" sz="1200" noProof="0" dirty="0"/>
        </a:p>
      </dgm:t>
    </dgm:pt>
    <dgm:pt modelId="{AD1672D5-A022-4166-B47C-FDADE706D3DF}" type="parTrans" cxnId="{0F9D7608-C575-4A39-B343-A20803F3485F}">
      <dgm:prSet/>
      <dgm:spPr/>
      <dgm:t>
        <a:bodyPr/>
        <a:lstStyle/>
        <a:p>
          <a:endParaRPr lang="en-US"/>
        </a:p>
      </dgm:t>
    </dgm:pt>
    <dgm:pt modelId="{7E4A52EC-6D57-4D82-AA8E-ADC5C6967529}" type="sibTrans" cxnId="{0F9D7608-C575-4A39-B343-A20803F3485F}">
      <dgm:prSet/>
      <dgm:spPr/>
      <dgm:t>
        <a:bodyPr/>
        <a:lstStyle/>
        <a:p>
          <a:endParaRPr lang="en-US"/>
        </a:p>
      </dgm:t>
    </dgm:pt>
    <dgm:pt modelId="{B3FB488A-56A7-4EA8-BCA2-4C93732FA7FC}">
      <dgm:prSet phldrT="[Tekst]" custT="1"/>
      <dgm:spPr/>
      <dgm:t>
        <a:bodyPr/>
        <a:lstStyle/>
        <a:p>
          <a:r>
            <a:rPr lang="da-DK" sz="1200" noProof="0" dirty="0" err="1"/>
            <a:t>while</a:t>
          </a:r>
          <a:endParaRPr lang="en-US" sz="1200" noProof="0" dirty="0"/>
        </a:p>
      </dgm:t>
    </dgm:pt>
    <dgm:pt modelId="{97117355-84E6-4A4D-BFA7-120FDBB4E866}" type="parTrans" cxnId="{7C107DE4-9BF6-4546-92F3-5F2B2D3F9995}">
      <dgm:prSet/>
      <dgm:spPr/>
      <dgm:t>
        <a:bodyPr/>
        <a:lstStyle/>
        <a:p>
          <a:endParaRPr lang="en-US"/>
        </a:p>
      </dgm:t>
    </dgm:pt>
    <dgm:pt modelId="{F6FEBA50-1639-47B5-8AE9-FDCF9C71F566}" type="sibTrans" cxnId="{7C107DE4-9BF6-4546-92F3-5F2B2D3F9995}">
      <dgm:prSet/>
      <dgm:spPr/>
      <dgm:t>
        <a:bodyPr/>
        <a:lstStyle/>
        <a:p>
          <a:endParaRPr lang="en-US"/>
        </a:p>
      </dgm:t>
    </dgm:pt>
    <dgm:pt modelId="{884C1984-A1DE-4153-AEE6-77E310F90212}">
      <dgm:prSet phldrT="[Tekst]" custT="1"/>
      <dgm:spPr/>
      <dgm:t>
        <a:bodyPr/>
        <a:lstStyle/>
        <a:p>
          <a:r>
            <a:rPr lang="da-DK" sz="1200" noProof="0" dirty="0" err="1"/>
            <a:t>if</a:t>
          </a:r>
          <a:endParaRPr lang="en-US" sz="1200" noProof="0" dirty="0"/>
        </a:p>
      </dgm:t>
    </dgm:pt>
    <dgm:pt modelId="{9F45F503-4A73-489C-AE85-E10536341517}" type="parTrans" cxnId="{26EE6089-67EB-4E8F-A947-12A5DC5DFF7C}">
      <dgm:prSet/>
      <dgm:spPr/>
      <dgm:t>
        <a:bodyPr/>
        <a:lstStyle/>
        <a:p>
          <a:endParaRPr lang="en-US"/>
        </a:p>
      </dgm:t>
    </dgm:pt>
    <dgm:pt modelId="{E7AE3888-5294-4112-B3E9-C4445FFEE8F7}" type="sibTrans" cxnId="{26EE6089-67EB-4E8F-A947-12A5DC5DFF7C}">
      <dgm:prSet/>
      <dgm:spPr/>
      <dgm:t>
        <a:bodyPr/>
        <a:lstStyle/>
        <a:p>
          <a:endParaRPr lang="en-US"/>
        </a:p>
      </dgm:t>
    </dgm:pt>
    <dgm:pt modelId="{45C564E4-40E9-40A3-9415-C70F26DC6101}">
      <dgm:prSet phldrT="[Tekst]" custT="1"/>
      <dgm:spPr/>
      <dgm:t>
        <a:bodyPr/>
        <a:lstStyle/>
        <a:p>
          <a:r>
            <a:rPr lang="da-DK" sz="1200" noProof="0" dirty="0" err="1"/>
            <a:t>int</a:t>
          </a:r>
          <a:endParaRPr lang="da-DK" sz="1200" noProof="0" dirty="0"/>
        </a:p>
      </dgm:t>
    </dgm:pt>
    <dgm:pt modelId="{89689489-F1A5-4E95-B0DB-755A3DA4438C}" type="parTrans" cxnId="{5917184B-1580-49C7-85F5-E8AA55ED4AB4}">
      <dgm:prSet/>
      <dgm:spPr/>
      <dgm:t>
        <a:bodyPr/>
        <a:lstStyle/>
        <a:p>
          <a:endParaRPr lang="en-US"/>
        </a:p>
      </dgm:t>
    </dgm:pt>
    <dgm:pt modelId="{1A0A6A6E-A427-48F9-BAB2-EAFB47E7C44D}" type="sibTrans" cxnId="{5917184B-1580-49C7-85F5-E8AA55ED4AB4}">
      <dgm:prSet/>
      <dgm:spPr/>
      <dgm:t>
        <a:bodyPr/>
        <a:lstStyle/>
        <a:p>
          <a:endParaRPr lang="en-US"/>
        </a:p>
      </dgm:t>
    </dgm:pt>
    <dgm:pt modelId="{3FB1CA0A-1F40-4061-847C-0A288031E770}">
      <dgm:prSet phldrT="[Tekst]" custT="1"/>
      <dgm:spPr/>
      <dgm:t>
        <a:bodyPr/>
        <a:lstStyle/>
        <a:p>
          <a:r>
            <a:rPr lang="da-DK" sz="1200" noProof="0" dirty="0"/>
            <a:t>break</a:t>
          </a:r>
        </a:p>
      </dgm:t>
    </dgm:pt>
    <dgm:pt modelId="{F027E8DD-E0AE-4EA9-87D6-E322B12D7AB2}" type="parTrans" cxnId="{25C3FAFB-EF76-4941-9547-4C0F328A9926}">
      <dgm:prSet/>
      <dgm:spPr/>
      <dgm:t>
        <a:bodyPr/>
        <a:lstStyle/>
        <a:p>
          <a:endParaRPr lang="en-US"/>
        </a:p>
      </dgm:t>
    </dgm:pt>
    <dgm:pt modelId="{25DC9335-FEEC-460D-97A6-F2B52236320D}" type="sibTrans" cxnId="{25C3FAFB-EF76-4941-9547-4C0F328A9926}">
      <dgm:prSet/>
      <dgm:spPr/>
      <dgm:t>
        <a:bodyPr/>
        <a:lstStyle/>
        <a:p>
          <a:endParaRPr lang="en-US"/>
        </a:p>
      </dgm:t>
    </dgm:pt>
    <dgm:pt modelId="{8D362794-51A7-4CE6-994A-4BED6DDDD02F}">
      <dgm:prSet phldrT="[Tekst]" custT="1"/>
      <dgm:spPr/>
      <dgm:t>
        <a:bodyPr/>
        <a:lstStyle/>
        <a:p>
          <a:r>
            <a:rPr lang="da-DK" sz="1200" noProof="0" dirty="0"/>
            <a:t>…</a:t>
          </a:r>
        </a:p>
      </dgm:t>
    </dgm:pt>
    <dgm:pt modelId="{0B55604C-08DB-49D8-95D1-C5D051A8B65C}" type="parTrans" cxnId="{2F9AEF9F-ED08-409E-B744-C13805C705AF}">
      <dgm:prSet/>
      <dgm:spPr/>
      <dgm:t>
        <a:bodyPr/>
        <a:lstStyle/>
        <a:p>
          <a:endParaRPr lang="en-US"/>
        </a:p>
      </dgm:t>
    </dgm:pt>
    <dgm:pt modelId="{33492943-4029-4ACD-8885-54F69BC3DBA4}" type="sibTrans" cxnId="{2F9AEF9F-ED08-409E-B744-C13805C705AF}">
      <dgm:prSet/>
      <dgm:spPr/>
      <dgm:t>
        <a:bodyPr/>
        <a:lstStyle/>
        <a:p>
          <a:endParaRPr lang="en-US"/>
        </a:p>
      </dgm:t>
    </dgm:pt>
    <dgm:pt modelId="{C7CCA8F1-3F96-4E96-90F5-ECD1D2FEC15E}">
      <dgm:prSet phldrT="[Tekst]" custT="1"/>
      <dgm:spPr/>
      <dgm:t>
        <a:bodyPr/>
        <a:lstStyle/>
        <a:p>
          <a:r>
            <a:rPr lang="da-DK" sz="1400" noProof="0" dirty="0"/>
            <a:t>{}, [], (), \, /, #, …</a:t>
          </a:r>
          <a:endParaRPr lang="en-US" sz="1400" noProof="0" dirty="0"/>
        </a:p>
      </dgm:t>
    </dgm:pt>
    <dgm:pt modelId="{3878C5AF-3488-462E-B12B-FB7AE2419769}" type="parTrans" cxnId="{7BFF7D9D-BA04-4420-B1F7-E69CC4FD6E93}">
      <dgm:prSet/>
      <dgm:spPr/>
      <dgm:t>
        <a:bodyPr/>
        <a:lstStyle/>
        <a:p>
          <a:endParaRPr lang="en-US"/>
        </a:p>
      </dgm:t>
    </dgm:pt>
    <dgm:pt modelId="{62AECA73-9CA6-4492-A1EF-A28A6C22754E}" type="sibTrans" cxnId="{7BFF7D9D-BA04-4420-B1F7-E69CC4FD6E93}">
      <dgm:prSet/>
      <dgm:spPr/>
      <dgm:t>
        <a:bodyPr/>
        <a:lstStyle/>
        <a:p>
          <a:endParaRPr lang="en-US"/>
        </a:p>
      </dgm:t>
    </dgm:pt>
    <dgm:pt modelId="{192579A5-D0C0-4988-A61F-D700CAF33C1A}">
      <dgm:prSet phldrT="[Tekst]" custT="1"/>
      <dgm:spPr/>
      <dgm:t>
        <a:bodyPr/>
        <a:lstStyle/>
        <a:p>
          <a:r>
            <a:rPr lang="da-DK" sz="1400" noProof="0" dirty="0"/>
            <a:t>Variable </a:t>
          </a:r>
          <a:r>
            <a:rPr lang="da-DK" sz="1400" noProof="0" dirty="0" err="1"/>
            <a:t>names</a:t>
          </a:r>
          <a:endParaRPr lang="en-US" sz="1400" noProof="0" dirty="0"/>
        </a:p>
      </dgm:t>
    </dgm:pt>
    <dgm:pt modelId="{8DC9798A-47C2-4F1F-B828-299329938384}" type="parTrans" cxnId="{C01D3D05-0290-40E1-B6DD-FD6C8EF12043}">
      <dgm:prSet/>
      <dgm:spPr/>
      <dgm:t>
        <a:bodyPr/>
        <a:lstStyle/>
        <a:p>
          <a:endParaRPr lang="en-US"/>
        </a:p>
      </dgm:t>
    </dgm:pt>
    <dgm:pt modelId="{A7E6D7B2-BB6E-4758-A632-1385A3A872FF}" type="sibTrans" cxnId="{C01D3D05-0290-40E1-B6DD-FD6C8EF12043}">
      <dgm:prSet/>
      <dgm:spPr/>
      <dgm:t>
        <a:bodyPr/>
        <a:lstStyle/>
        <a:p>
          <a:endParaRPr lang="en-US"/>
        </a:p>
      </dgm:t>
    </dgm:pt>
    <dgm:pt modelId="{3D084AE4-D05E-494C-B4E3-F39A1D52C591}">
      <dgm:prSet phldrT="[Tekst]" custT="1"/>
      <dgm:spPr/>
      <dgm:t>
        <a:bodyPr/>
        <a:lstStyle/>
        <a:p>
          <a:r>
            <a:rPr lang="da-DK" sz="1400" noProof="0" dirty="0" err="1"/>
            <a:t>Function</a:t>
          </a:r>
          <a:r>
            <a:rPr lang="da-DK" sz="1400" noProof="0" dirty="0"/>
            <a:t> </a:t>
          </a:r>
          <a:r>
            <a:rPr lang="da-DK" sz="1400" noProof="0" dirty="0" err="1"/>
            <a:t>names</a:t>
          </a:r>
          <a:endParaRPr lang="en-US" sz="1400" noProof="0" dirty="0"/>
        </a:p>
      </dgm:t>
    </dgm:pt>
    <dgm:pt modelId="{32518531-7CC5-462C-AFF4-DB44ACB99C69}" type="parTrans" cxnId="{13487F7B-8DC2-4BD8-BBCA-081021E23F87}">
      <dgm:prSet/>
      <dgm:spPr/>
      <dgm:t>
        <a:bodyPr/>
        <a:lstStyle/>
        <a:p>
          <a:endParaRPr lang="en-US"/>
        </a:p>
      </dgm:t>
    </dgm:pt>
    <dgm:pt modelId="{BA990C9E-6FD3-4A41-BBB1-5006A9BE99DF}" type="sibTrans" cxnId="{13487F7B-8DC2-4BD8-BBCA-081021E23F87}">
      <dgm:prSet/>
      <dgm:spPr/>
      <dgm:t>
        <a:bodyPr/>
        <a:lstStyle/>
        <a:p>
          <a:endParaRPr lang="en-US"/>
        </a:p>
      </dgm:t>
    </dgm:pt>
    <dgm:pt modelId="{886D2F41-786F-4318-B212-1E2024B15B92}" type="pres">
      <dgm:prSet presAssocID="{EBC44CF8-5592-46A1-B2EA-2306C7A7B9D8}" presName="hierChild1" presStyleCnt="0">
        <dgm:presLayoutVars>
          <dgm:orgChart val="1"/>
          <dgm:chPref val="1"/>
          <dgm:dir/>
          <dgm:animOne val="branch"/>
          <dgm:animLvl val="lvl"/>
          <dgm:resizeHandles/>
        </dgm:presLayoutVars>
      </dgm:prSet>
      <dgm:spPr/>
    </dgm:pt>
    <dgm:pt modelId="{545F85D4-67AA-47E0-A140-513A42EFBDC6}" type="pres">
      <dgm:prSet presAssocID="{4224F16D-E4C0-4250-9EFA-7C747A39F793}" presName="hierRoot1" presStyleCnt="0">
        <dgm:presLayoutVars>
          <dgm:hierBranch val="init"/>
        </dgm:presLayoutVars>
      </dgm:prSet>
      <dgm:spPr/>
    </dgm:pt>
    <dgm:pt modelId="{D103BD23-C52E-43FB-B1A0-12FE9F1645D2}" type="pres">
      <dgm:prSet presAssocID="{4224F16D-E4C0-4250-9EFA-7C747A39F793}" presName="rootComposite1" presStyleCnt="0"/>
      <dgm:spPr/>
    </dgm:pt>
    <dgm:pt modelId="{241526F4-D093-4E9D-BAED-0695FD37EEE8}" type="pres">
      <dgm:prSet presAssocID="{4224F16D-E4C0-4250-9EFA-7C747A39F793}" presName="rootText1" presStyleLbl="node0" presStyleIdx="0" presStyleCnt="1" custScaleX="142928" custLinFactNeighborX="800" custLinFactNeighborY="-45832">
        <dgm:presLayoutVars>
          <dgm:chPref val="3"/>
        </dgm:presLayoutVars>
      </dgm:prSet>
      <dgm:spPr/>
    </dgm:pt>
    <dgm:pt modelId="{33BDA6D9-DC2C-4318-B5F5-6BC0E90EE1BF}" type="pres">
      <dgm:prSet presAssocID="{4224F16D-E4C0-4250-9EFA-7C747A39F793}" presName="rootConnector1" presStyleLbl="node1" presStyleIdx="0" presStyleCnt="0"/>
      <dgm:spPr/>
    </dgm:pt>
    <dgm:pt modelId="{36F88AE2-1502-4FB0-8D52-E293D086CAD7}" type="pres">
      <dgm:prSet presAssocID="{4224F16D-E4C0-4250-9EFA-7C747A39F793}" presName="hierChild2" presStyleCnt="0"/>
      <dgm:spPr/>
    </dgm:pt>
    <dgm:pt modelId="{00B09104-B5E2-4D1F-9BEE-CACA494E029F}" type="pres">
      <dgm:prSet presAssocID="{5BA73491-6D8F-4D54-8C22-ED9718E8C773}" presName="Name37" presStyleLbl="parChTrans1D2" presStyleIdx="0" presStyleCnt="6"/>
      <dgm:spPr/>
    </dgm:pt>
    <dgm:pt modelId="{BA149A03-F73F-4AA7-AD37-E5698B8F6BFC}" type="pres">
      <dgm:prSet presAssocID="{633632CF-3971-4DAE-9D7B-30F94F90EF74}" presName="hierRoot2" presStyleCnt="0">
        <dgm:presLayoutVars>
          <dgm:hierBranch val="init"/>
        </dgm:presLayoutVars>
      </dgm:prSet>
      <dgm:spPr/>
    </dgm:pt>
    <dgm:pt modelId="{142ABBC2-9ED0-40FD-8E81-AA6A7DD4CF1B}" type="pres">
      <dgm:prSet presAssocID="{633632CF-3971-4DAE-9D7B-30F94F90EF74}" presName="rootComposite" presStyleCnt="0"/>
      <dgm:spPr/>
    </dgm:pt>
    <dgm:pt modelId="{316149DD-4A20-479B-BCF0-4A4887F9049D}" type="pres">
      <dgm:prSet presAssocID="{633632CF-3971-4DAE-9D7B-30F94F90EF74}" presName="rootText" presStyleLbl="node2" presStyleIdx="0" presStyleCnt="6" custScaleX="96031" custLinFactNeighborX="-85056">
        <dgm:presLayoutVars>
          <dgm:chPref val="3"/>
        </dgm:presLayoutVars>
      </dgm:prSet>
      <dgm:spPr/>
    </dgm:pt>
    <dgm:pt modelId="{6F32CBB0-2A11-45F0-8023-5D2196D052D7}" type="pres">
      <dgm:prSet presAssocID="{633632CF-3971-4DAE-9D7B-30F94F90EF74}" presName="rootConnector" presStyleLbl="node2" presStyleIdx="0" presStyleCnt="6"/>
      <dgm:spPr/>
    </dgm:pt>
    <dgm:pt modelId="{D6C33E95-60B8-4147-92BB-08CEBB19D089}" type="pres">
      <dgm:prSet presAssocID="{633632CF-3971-4DAE-9D7B-30F94F90EF74}" presName="hierChild4" presStyleCnt="0"/>
      <dgm:spPr/>
    </dgm:pt>
    <dgm:pt modelId="{712FB5CE-CA05-43F6-82C8-E8310F63E86A}" type="pres">
      <dgm:prSet presAssocID="{F77BA94F-5F5A-4244-B671-7D147C089B9A}" presName="Name37" presStyleLbl="parChTrans1D3" presStyleIdx="0" presStyleCnt="19"/>
      <dgm:spPr/>
    </dgm:pt>
    <dgm:pt modelId="{CCC6A562-BD99-40AF-BD66-C86AE2C38048}" type="pres">
      <dgm:prSet presAssocID="{9C26E6AD-47AB-46A2-B2EA-EF1F57DFDC1B}" presName="hierRoot2" presStyleCnt="0">
        <dgm:presLayoutVars>
          <dgm:hierBranch val="init"/>
        </dgm:presLayoutVars>
      </dgm:prSet>
      <dgm:spPr/>
    </dgm:pt>
    <dgm:pt modelId="{E767134E-7638-4900-A177-CD9D77276893}" type="pres">
      <dgm:prSet presAssocID="{9C26E6AD-47AB-46A2-B2EA-EF1F57DFDC1B}" presName="rootComposite" presStyleCnt="0"/>
      <dgm:spPr/>
    </dgm:pt>
    <dgm:pt modelId="{B7050186-4FB5-4A46-BFA1-81A4CAF3AC74}" type="pres">
      <dgm:prSet presAssocID="{9C26E6AD-47AB-46A2-B2EA-EF1F57DFDC1B}" presName="rootText" presStyleLbl="node3" presStyleIdx="0" presStyleCnt="19" custScaleX="103176" custScaleY="56948" custLinFactNeighborX="-65073" custLinFactNeighborY="513">
        <dgm:presLayoutVars>
          <dgm:chPref val="3"/>
        </dgm:presLayoutVars>
      </dgm:prSet>
      <dgm:spPr/>
    </dgm:pt>
    <dgm:pt modelId="{62F09096-4F77-4DE7-A555-8295D0B932D8}" type="pres">
      <dgm:prSet presAssocID="{9C26E6AD-47AB-46A2-B2EA-EF1F57DFDC1B}" presName="rootConnector" presStyleLbl="node3" presStyleIdx="0" presStyleCnt="19"/>
      <dgm:spPr/>
    </dgm:pt>
    <dgm:pt modelId="{057E8616-57D7-4D07-9870-92B2E038A22C}" type="pres">
      <dgm:prSet presAssocID="{9C26E6AD-47AB-46A2-B2EA-EF1F57DFDC1B}" presName="hierChild4" presStyleCnt="0"/>
      <dgm:spPr/>
    </dgm:pt>
    <dgm:pt modelId="{6A27063C-A5A4-4D82-A750-A8CE64CE715F}" type="pres">
      <dgm:prSet presAssocID="{9C26E6AD-47AB-46A2-B2EA-EF1F57DFDC1B}" presName="hierChild5" presStyleCnt="0"/>
      <dgm:spPr/>
    </dgm:pt>
    <dgm:pt modelId="{1626811E-630B-4776-B269-D80AA91087E5}" type="pres">
      <dgm:prSet presAssocID="{97117355-84E6-4A4D-BFA7-120FDBB4E866}" presName="Name37" presStyleLbl="parChTrans1D3" presStyleIdx="1" presStyleCnt="19"/>
      <dgm:spPr/>
    </dgm:pt>
    <dgm:pt modelId="{6988A93A-7A65-402A-9BB0-4F4FEFF6F2D8}" type="pres">
      <dgm:prSet presAssocID="{B3FB488A-56A7-4EA8-BCA2-4C93732FA7FC}" presName="hierRoot2" presStyleCnt="0">
        <dgm:presLayoutVars>
          <dgm:hierBranch val="init"/>
        </dgm:presLayoutVars>
      </dgm:prSet>
      <dgm:spPr/>
    </dgm:pt>
    <dgm:pt modelId="{1C3E9D2E-450E-49C9-BCFF-BC3366FBC979}" type="pres">
      <dgm:prSet presAssocID="{B3FB488A-56A7-4EA8-BCA2-4C93732FA7FC}" presName="rootComposite" presStyleCnt="0"/>
      <dgm:spPr/>
    </dgm:pt>
    <dgm:pt modelId="{FE72D7D6-90BC-428A-9F13-437DFEDD1E5A}" type="pres">
      <dgm:prSet presAssocID="{B3FB488A-56A7-4EA8-BCA2-4C93732FA7FC}" presName="rootText" presStyleLbl="node3" presStyleIdx="1" presStyleCnt="19" custScaleX="100000" custScaleY="56948" custLinFactNeighborX="-65073" custLinFactNeighborY="513">
        <dgm:presLayoutVars>
          <dgm:chPref val="3"/>
        </dgm:presLayoutVars>
      </dgm:prSet>
      <dgm:spPr/>
    </dgm:pt>
    <dgm:pt modelId="{C993D4B0-B573-42C4-A863-AB15C8D0AC83}" type="pres">
      <dgm:prSet presAssocID="{B3FB488A-56A7-4EA8-BCA2-4C93732FA7FC}" presName="rootConnector" presStyleLbl="node3" presStyleIdx="1" presStyleCnt="19"/>
      <dgm:spPr/>
    </dgm:pt>
    <dgm:pt modelId="{574B50B6-E3B9-4EE9-9516-77ECD21F9D31}" type="pres">
      <dgm:prSet presAssocID="{B3FB488A-56A7-4EA8-BCA2-4C93732FA7FC}" presName="hierChild4" presStyleCnt="0"/>
      <dgm:spPr/>
    </dgm:pt>
    <dgm:pt modelId="{6153F0B6-C50A-4547-AC09-E3CBFB7A2BDF}" type="pres">
      <dgm:prSet presAssocID="{B3FB488A-56A7-4EA8-BCA2-4C93732FA7FC}" presName="hierChild5" presStyleCnt="0"/>
      <dgm:spPr/>
    </dgm:pt>
    <dgm:pt modelId="{3F2FD686-4B96-4E90-961D-3F8578F8C453}" type="pres">
      <dgm:prSet presAssocID="{9F45F503-4A73-489C-AE85-E10536341517}" presName="Name37" presStyleLbl="parChTrans1D3" presStyleIdx="2" presStyleCnt="19"/>
      <dgm:spPr/>
    </dgm:pt>
    <dgm:pt modelId="{2629BAC9-F6ED-467F-B9B8-1B7E73790AE7}" type="pres">
      <dgm:prSet presAssocID="{884C1984-A1DE-4153-AEE6-77E310F90212}" presName="hierRoot2" presStyleCnt="0">
        <dgm:presLayoutVars>
          <dgm:hierBranch val="init"/>
        </dgm:presLayoutVars>
      </dgm:prSet>
      <dgm:spPr/>
    </dgm:pt>
    <dgm:pt modelId="{40FF5F0A-9183-4FA0-875D-3BD26C6F799A}" type="pres">
      <dgm:prSet presAssocID="{884C1984-A1DE-4153-AEE6-77E310F90212}" presName="rootComposite" presStyleCnt="0"/>
      <dgm:spPr/>
    </dgm:pt>
    <dgm:pt modelId="{C2BE18C1-5CCE-47C6-8255-2BEA16B15BB7}" type="pres">
      <dgm:prSet presAssocID="{884C1984-A1DE-4153-AEE6-77E310F90212}" presName="rootText" presStyleLbl="node3" presStyleIdx="2" presStyleCnt="19" custScaleX="100000" custScaleY="56948" custLinFactNeighborX="-65073" custLinFactNeighborY="513">
        <dgm:presLayoutVars>
          <dgm:chPref val="3"/>
        </dgm:presLayoutVars>
      </dgm:prSet>
      <dgm:spPr/>
    </dgm:pt>
    <dgm:pt modelId="{D52878E3-FA6D-4AC3-9526-36C011807DD0}" type="pres">
      <dgm:prSet presAssocID="{884C1984-A1DE-4153-AEE6-77E310F90212}" presName="rootConnector" presStyleLbl="node3" presStyleIdx="2" presStyleCnt="19"/>
      <dgm:spPr/>
    </dgm:pt>
    <dgm:pt modelId="{6AAB0A4C-337A-42E8-B2BF-21D1F52E866A}" type="pres">
      <dgm:prSet presAssocID="{884C1984-A1DE-4153-AEE6-77E310F90212}" presName="hierChild4" presStyleCnt="0"/>
      <dgm:spPr/>
    </dgm:pt>
    <dgm:pt modelId="{684E193C-3C22-4DDC-ABCE-C9B354706FCA}" type="pres">
      <dgm:prSet presAssocID="{884C1984-A1DE-4153-AEE6-77E310F90212}" presName="hierChild5" presStyleCnt="0"/>
      <dgm:spPr/>
    </dgm:pt>
    <dgm:pt modelId="{A4BB7E4F-FCC3-4EC9-BAE8-703F3D86DC4F}" type="pres">
      <dgm:prSet presAssocID="{89689489-F1A5-4E95-B0DB-755A3DA4438C}" presName="Name37" presStyleLbl="parChTrans1D3" presStyleIdx="3" presStyleCnt="19"/>
      <dgm:spPr/>
    </dgm:pt>
    <dgm:pt modelId="{2E9F167E-FC3E-459B-98D3-58B4CD79579B}" type="pres">
      <dgm:prSet presAssocID="{45C564E4-40E9-40A3-9415-C70F26DC6101}" presName="hierRoot2" presStyleCnt="0">
        <dgm:presLayoutVars>
          <dgm:hierBranch val="init"/>
        </dgm:presLayoutVars>
      </dgm:prSet>
      <dgm:spPr/>
    </dgm:pt>
    <dgm:pt modelId="{B610BC92-51E2-4790-BFF4-DAD22FE0E36B}" type="pres">
      <dgm:prSet presAssocID="{45C564E4-40E9-40A3-9415-C70F26DC6101}" presName="rootComposite" presStyleCnt="0"/>
      <dgm:spPr/>
    </dgm:pt>
    <dgm:pt modelId="{1E9329F2-5F8B-411F-AFB1-645736719AD2}" type="pres">
      <dgm:prSet presAssocID="{45C564E4-40E9-40A3-9415-C70F26DC6101}" presName="rootText" presStyleLbl="node3" presStyleIdx="3" presStyleCnt="19" custScaleX="100000" custScaleY="56948" custLinFactNeighborX="-65073" custLinFactNeighborY="513">
        <dgm:presLayoutVars>
          <dgm:chPref val="3"/>
        </dgm:presLayoutVars>
      </dgm:prSet>
      <dgm:spPr/>
    </dgm:pt>
    <dgm:pt modelId="{586060CF-C56A-4A3B-A3B5-612A425EBD0A}" type="pres">
      <dgm:prSet presAssocID="{45C564E4-40E9-40A3-9415-C70F26DC6101}" presName="rootConnector" presStyleLbl="node3" presStyleIdx="3" presStyleCnt="19"/>
      <dgm:spPr/>
    </dgm:pt>
    <dgm:pt modelId="{25079CDD-5BCB-4887-8BAC-E011F3069C21}" type="pres">
      <dgm:prSet presAssocID="{45C564E4-40E9-40A3-9415-C70F26DC6101}" presName="hierChild4" presStyleCnt="0"/>
      <dgm:spPr/>
    </dgm:pt>
    <dgm:pt modelId="{EA75E9B8-0B50-4E6F-9B9D-625A746D3AE1}" type="pres">
      <dgm:prSet presAssocID="{45C564E4-40E9-40A3-9415-C70F26DC6101}" presName="hierChild5" presStyleCnt="0"/>
      <dgm:spPr/>
    </dgm:pt>
    <dgm:pt modelId="{C35B8903-3443-499B-86F0-E2540D049C8F}" type="pres">
      <dgm:prSet presAssocID="{F027E8DD-E0AE-4EA9-87D6-E322B12D7AB2}" presName="Name37" presStyleLbl="parChTrans1D3" presStyleIdx="4" presStyleCnt="19"/>
      <dgm:spPr/>
    </dgm:pt>
    <dgm:pt modelId="{B9480CD7-9D77-4292-B560-A604BD6BE50D}" type="pres">
      <dgm:prSet presAssocID="{3FB1CA0A-1F40-4061-847C-0A288031E770}" presName="hierRoot2" presStyleCnt="0">
        <dgm:presLayoutVars>
          <dgm:hierBranch val="init"/>
        </dgm:presLayoutVars>
      </dgm:prSet>
      <dgm:spPr/>
    </dgm:pt>
    <dgm:pt modelId="{AF5A5B11-EE00-4E1F-B759-2DF8F16C7FE3}" type="pres">
      <dgm:prSet presAssocID="{3FB1CA0A-1F40-4061-847C-0A288031E770}" presName="rootComposite" presStyleCnt="0"/>
      <dgm:spPr/>
    </dgm:pt>
    <dgm:pt modelId="{55DA1A5A-12A0-4BB0-A1B2-14D807FF6FD8}" type="pres">
      <dgm:prSet presAssocID="{3FB1CA0A-1F40-4061-847C-0A288031E770}" presName="rootText" presStyleLbl="node3" presStyleIdx="4" presStyleCnt="19" custScaleX="100000" custScaleY="56948" custLinFactNeighborX="-65073" custLinFactNeighborY="513">
        <dgm:presLayoutVars>
          <dgm:chPref val="3"/>
        </dgm:presLayoutVars>
      </dgm:prSet>
      <dgm:spPr/>
    </dgm:pt>
    <dgm:pt modelId="{22E848BE-DFC7-4FA1-AC09-B7BDD0E2921C}" type="pres">
      <dgm:prSet presAssocID="{3FB1CA0A-1F40-4061-847C-0A288031E770}" presName="rootConnector" presStyleLbl="node3" presStyleIdx="4" presStyleCnt="19"/>
      <dgm:spPr/>
    </dgm:pt>
    <dgm:pt modelId="{04DCB569-540C-4489-965D-C7796C9C7387}" type="pres">
      <dgm:prSet presAssocID="{3FB1CA0A-1F40-4061-847C-0A288031E770}" presName="hierChild4" presStyleCnt="0"/>
      <dgm:spPr/>
    </dgm:pt>
    <dgm:pt modelId="{E664EE40-1907-4A03-A439-1D8F9D7F069C}" type="pres">
      <dgm:prSet presAssocID="{3FB1CA0A-1F40-4061-847C-0A288031E770}" presName="hierChild5" presStyleCnt="0"/>
      <dgm:spPr/>
    </dgm:pt>
    <dgm:pt modelId="{9FBDAC58-D7BD-46EE-BAED-22A50B73501E}" type="pres">
      <dgm:prSet presAssocID="{0B55604C-08DB-49D8-95D1-C5D051A8B65C}" presName="Name37" presStyleLbl="parChTrans1D3" presStyleIdx="5" presStyleCnt="19"/>
      <dgm:spPr/>
    </dgm:pt>
    <dgm:pt modelId="{F526F095-F815-41D6-A6E0-F1C22373C15E}" type="pres">
      <dgm:prSet presAssocID="{8D362794-51A7-4CE6-994A-4BED6DDDD02F}" presName="hierRoot2" presStyleCnt="0">
        <dgm:presLayoutVars>
          <dgm:hierBranch val="init"/>
        </dgm:presLayoutVars>
      </dgm:prSet>
      <dgm:spPr/>
    </dgm:pt>
    <dgm:pt modelId="{15A9166B-9263-4485-8E95-A25B210DC870}" type="pres">
      <dgm:prSet presAssocID="{8D362794-51A7-4CE6-994A-4BED6DDDD02F}" presName="rootComposite" presStyleCnt="0"/>
      <dgm:spPr/>
    </dgm:pt>
    <dgm:pt modelId="{9793A294-0BA3-43F6-851A-3E2D432D442C}" type="pres">
      <dgm:prSet presAssocID="{8D362794-51A7-4CE6-994A-4BED6DDDD02F}" presName="rootText" presStyleLbl="node3" presStyleIdx="5" presStyleCnt="19" custScaleX="100000" custScaleY="56948" custLinFactNeighborX="-65073" custLinFactNeighborY="513">
        <dgm:presLayoutVars>
          <dgm:chPref val="3"/>
        </dgm:presLayoutVars>
      </dgm:prSet>
      <dgm:spPr/>
    </dgm:pt>
    <dgm:pt modelId="{81296338-A6D9-4B44-A1AD-46A27B3F01A8}" type="pres">
      <dgm:prSet presAssocID="{8D362794-51A7-4CE6-994A-4BED6DDDD02F}" presName="rootConnector" presStyleLbl="node3" presStyleIdx="5" presStyleCnt="19"/>
      <dgm:spPr/>
    </dgm:pt>
    <dgm:pt modelId="{8C830CA5-1112-452D-950F-3A99D34D804A}" type="pres">
      <dgm:prSet presAssocID="{8D362794-51A7-4CE6-994A-4BED6DDDD02F}" presName="hierChild4" presStyleCnt="0"/>
      <dgm:spPr/>
    </dgm:pt>
    <dgm:pt modelId="{7AEB6F44-2DA3-4732-94C8-AFFB2F6EC24E}" type="pres">
      <dgm:prSet presAssocID="{8D362794-51A7-4CE6-994A-4BED6DDDD02F}" presName="hierChild5" presStyleCnt="0"/>
      <dgm:spPr/>
    </dgm:pt>
    <dgm:pt modelId="{6E8B8620-2A3B-4D87-8B07-FB53DEB32338}" type="pres">
      <dgm:prSet presAssocID="{633632CF-3971-4DAE-9D7B-30F94F90EF74}" presName="hierChild5" presStyleCnt="0"/>
      <dgm:spPr/>
    </dgm:pt>
    <dgm:pt modelId="{1FFDA1A9-194B-48AB-A17E-DD23F9DA92B1}" type="pres">
      <dgm:prSet presAssocID="{88CF5CEC-22C5-4BBA-8046-80EB3D1D5343}" presName="Name37" presStyleLbl="parChTrans1D2" presStyleIdx="1" presStyleCnt="6"/>
      <dgm:spPr/>
    </dgm:pt>
    <dgm:pt modelId="{4A30E2F1-8662-4786-BC0A-E6FFD0AFF8E7}" type="pres">
      <dgm:prSet presAssocID="{A4AA5E78-2E83-4F60-8055-685BC550D62A}" presName="hierRoot2" presStyleCnt="0">
        <dgm:presLayoutVars>
          <dgm:hierBranch val="init"/>
        </dgm:presLayoutVars>
      </dgm:prSet>
      <dgm:spPr/>
    </dgm:pt>
    <dgm:pt modelId="{C41BA63F-D8FB-4822-B0F7-DA52BE6ABB47}" type="pres">
      <dgm:prSet presAssocID="{A4AA5E78-2E83-4F60-8055-685BC550D62A}" presName="rootComposite" presStyleCnt="0"/>
      <dgm:spPr/>
    </dgm:pt>
    <dgm:pt modelId="{AD6FCBA5-107F-4E39-9D14-0F9C209CE42B}" type="pres">
      <dgm:prSet presAssocID="{A4AA5E78-2E83-4F60-8055-685BC550D62A}" presName="rootText" presStyleLbl="node2" presStyleIdx="1" presStyleCnt="6" custScaleX="99266" custLinFactNeighborX="-26650" custLinFactNeighborY="513">
        <dgm:presLayoutVars>
          <dgm:chPref val="3"/>
        </dgm:presLayoutVars>
      </dgm:prSet>
      <dgm:spPr/>
    </dgm:pt>
    <dgm:pt modelId="{583C3239-7A9A-4405-808D-357500F0A444}" type="pres">
      <dgm:prSet presAssocID="{A4AA5E78-2E83-4F60-8055-685BC550D62A}" presName="rootConnector" presStyleLbl="node2" presStyleIdx="1" presStyleCnt="6"/>
      <dgm:spPr/>
    </dgm:pt>
    <dgm:pt modelId="{38452564-D35D-4B4A-A1DE-52CBDB677910}" type="pres">
      <dgm:prSet presAssocID="{A4AA5E78-2E83-4F60-8055-685BC550D62A}" presName="hierChild4" presStyleCnt="0"/>
      <dgm:spPr/>
    </dgm:pt>
    <dgm:pt modelId="{6A2A5E04-0027-4083-A33C-78B5179ABE16}" type="pres">
      <dgm:prSet presAssocID="{ECBAC60C-C54E-43D5-B4DD-7D03D17F79BB}" presName="Name37" presStyleLbl="parChTrans1D3" presStyleIdx="6" presStyleCnt="19"/>
      <dgm:spPr/>
    </dgm:pt>
    <dgm:pt modelId="{F544D54A-A848-44BC-A056-CC5AF6AC70AA}" type="pres">
      <dgm:prSet presAssocID="{D125D46D-5803-498C-8210-A47012081385}" presName="hierRoot2" presStyleCnt="0">
        <dgm:presLayoutVars>
          <dgm:hierBranch val="init"/>
        </dgm:presLayoutVars>
      </dgm:prSet>
      <dgm:spPr/>
    </dgm:pt>
    <dgm:pt modelId="{FEA49C32-7152-49AA-AB95-9AE15FDDB9A3}" type="pres">
      <dgm:prSet presAssocID="{D125D46D-5803-498C-8210-A47012081385}" presName="rootComposite" presStyleCnt="0"/>
      <dgm:spPr/>
    </dgm:pt>
    <dgm:pt modelId="{F0CECF85-B5C3-4F33-9B57-BF760E7F8936}" type="pres">
      <dgm:prSet presAssocID="{D125D46D-5803-498C-8210-A47012081385}" presName="rootText" presStyleLbl="node3" presStyleIdx="6" presStyleCnt="19" custScaleX="237141" custScaleY="56948" custLinFactNeighborX="-29594" custLinFactNeighborY="513">
        <dgm:presLayoutVars>
          <dgm:chPref val="3"/>
        </dgm:presLayoutVars>
      </dgm:prSet>
      <dgm:spPr/>
    </dgm:pt>
    <dgm:pt modelId="{3DD7B17A-EF6B-4271-8D1D-F6F44750BF7A}" type="pres">
      <dgm:prSet presAssocID="{D125D46D-5803-498C-8210-A47012081385}" presName="rootConnector" presStyleLbl="node3" presStyleIdx="6" presStyleCnt="19"/>
      <dgm:spPr/>
    </dgm:pt>
    <dgm:pt modelId="{8B4CF692-2190-41E6-89E5-9E65FA69AE84}" type="pres">
      <dgm:prSet presAssocID="{D125D46D-5803-498C-8210-A47012081385}" presName="hierChild4" presStyleCnt="0"/>
      <dgm:spPr/>
    </dgm:pt>
    <dgm:pt modelId="{7492B679-451C-4491-9E5E-BDEC595CB6AF}" type="pres">
      <dgm:prSet presAssocID="{D125D46D-5803-498C-8210-A47012081385}" presName="hierChild5" presStyleCnt="0"/>
      <dgm:spPr/>
    </dgm:pt>
    <dgm:pt modelId="{51AD8570-E912-4D3B-AC56-457AA1D5E4F8}" type="pres">
      <dgm:prSet presAssocID="{9A4EFD8F-03F9-4ED5-B373-EE8E6CEF662D}" presName="Name37" presStyleLbl="parChTrans1D3" presStyleIdx="7" presStyleCnt="19"/>
      <dgm:spPr/>
    </dgm:pt>
    <dgm:pt modelId="{97E7DB2C-100F-4C48-ABD5-90143D8AA4BC}" type="pres">
      <dgm:prSet presAssocID="{789381F5-38E8-4D18-8E95-BD320E8E1B63}" presName="hierRoot2" presStyleCnt="0">
        <dgm:presLayoutVars>
          <dgm:hierBranch val="init"/>
        </dgm:presLayoutVars>
      </dgm:prSet>
      <dgm:spPr/>
    </dgm:pt>
    <dgm:pt modelId="{CB6645B0-F671-4F42-A111-AFA28E492B6B}" type="pres">
      <dgm:prSet presAssocID="{789381F5-38E8-4D18-8E95-BD320E8E1B63}" presName="rootComposite" presStyleCnt="0"/>
      <dgm:spPr/>
    </dgm:pt>
    <dgm:pt modelId="{AFDD2A41-0AC4-4DD3-BF5A-FAA889D200B5}" type="pres">
      <dgm:prSet presAssocID="{789381F5-38E8-4D18-8E95-BD320E8E1B63}" presName="rootText" presStyleLbl="node3" presStyleIdx="7" presStyleCnt="19" custScaleX="237141" custScaleY="76798" custLinFactNeighborX="-29594" custLinFactNeighborY="513">
        <dgm:presLayoutVars>
          <dgm:chPref val="3"/>
        </dgm:presLayoutVars>
      </dgm:prSet>
      <dgm:spPr/>
    </dgm:pt>
    <dgm:pt modelId="{69E5F15F-E15A-4801-AF72-822CCCE9AB1F}" type="pres">
      <dgm:prSet presAssocID="{789381F5-38E8-4D18-8E95-BD320E8E1B63}" presName="rootConnector" presStyleLbl="node3" presStyleIdx="7" presStyleCnt="19"/>
      <dgm:spPr/>
    </dgm:pt>
    <dgm:pt modelId="{E03F5181-A7CC-4546-A12F-6C15FF61AA32}" type="pres">
      <dgm:prSet presAssocID="{789381F5-38E8-4D18-8E95-BD320E8E1B63}" presName="hierChild4" presStyleCnt="0"/>
      <dgm:spPr/>
    </dgm:pt>
    <dgm:pt modelId="{09C9D295-32AB-4DCB-B388-D399EE326E22}" type="pres">
      <dgm:prSet presAssocID="{789381F5-38E8-4D18-8E95-BD320E8E1B63}" presName="hierChild5" presStyleCnt="0"/>
      <dgm:spPr/>
    </dgm:pt>
    <dgm:pt modelId="{2CEE59DD-550B-4A18-A1AD-9EB62E296F19}" type="pres">
      <dgm:prSet presAssocID="{D64FE767-F5E9-4BFB-BD3F-EF4B418AB559}" presName="Name37" presStyleLbl="parChTrans1D3" presStyleIdx="8" presStyleCnt="19"/>
      <dgm:spPr/>
    </dgm:pt>
    <dgm:pt modelId="{0EFA87C0-BC83-4372-9C24-75C614EBE8CD}" type="pres">
      <dgm:prSet presAssocID="{F53F0496-01AD-40B1-BEC5-C28B736DB0ED}" presName="hierRoot2" presStyleCnt="0">
        <dgm:presLayoutVars>
          <dgm:hierBranch val="init"/>
        </dgm:presLayoutVars>
      </dgm:prSet>
      <dgm:spPr/>
    </dgm:pt>
    <dgm:pt modelId="{89D9B32A-DF8D-4410-9569-31BBC1215EF5}" type="pres">
      <dgm:prSet presAssocID="{F53F0496-01AD-40B1-BEC5-C28B736DB0ED}" presName="rootComposite" presStyleCnt="0"/>
      <dgm:spPr/>
    </dgm:pt>
    <dgm:pt modelId="{C588F604-4C71-459E-9996-F4A026851A65}" type="pres">
      <dgm:prSet presAssocID="{F53F0496-01AD-40B1-BEC5-C28B736DB0ED}" presName="rootText" presStyleLbl="node3" presStyleIdx="8" presStyleCnt="19" custScaleX="237141" custScaleY="56948" custLinFactNeighborX="-29594" custLinFactNeighborY="513">
        <dgm:presLayoutVars>
          <dgm:chPref val="3"/>
        </dgm:presLayoutVars>
      </dgm:prSet>
      <dgm:spPr/>
    </dgm:pt>
    <dgm:pt modelId="{CB856E3A-DE53-4164-B59D-0EDECD8DA8C4}" type="pres">
      <dgm:prSet presAssocID="{F53F0496-01AD-40B1-BEC5-C28B736DB0ED}" presName="rootConnector" presStyleLbl="node3" presStyleIdx="8" presStyleCnt="19"/>
      <dgm:spPr/>
    </dgm:pt>
    <dgm:pt modelId="{FF5650FE-87EF-486B-A73C-E2F415A1EE1B}" type="pres">
      <dgm:prSet presAssocID="{F53F0496-01AD-40B1-BEC5-C28B736DB0ED}" presName="hierChild4" presStyleCnt="0"/>
      <dgm:spPr/>
    </dgm:pt>
    <dgm:pt modelId="{53FF7BCE-550C-4302-8118-931D556F7C3A}" type="pres">
      <dgm:prSet presAssocID="{F53F0496-01AD-40B1-BEC5-C28B736DB0ED}" presName="hierChild5" presStyleCnt="0"/>
      <dgm:spPr/>
    </dgm:pt>
    <dgm:pt modelId="{83EBAFE2-1374-43BD-84BD-A23B5ABD6892}" type="pres">
      <dgm:prSet presAssocID="{8C2BF4B1-B6F2-4A77-97BB-A66B22F99EB5}" presName="Name37" presStyleLbl="parChTrans1D3" presStyleIdx="9" presStyleCnt="19"/>
      <dgm:spPr/>
    </dgm:pt>
    <dgm:pt modelId="{E7924EDD-4E6D-4A20-9BA3-963D5A50D728}" type="pres">
      <dgm:prSet presAssocID="{A5734974-0BE2-4CD5-99FC-825F199813B3}" presName="hierRoot2" presStyleCnt="0">
        <dgm:presLayoutVars>
          <dgm:hierBranch val="init"/>
        </dgm:presLayoutVars>
      </dgm:prSet>
      <dgm:spPr/>
    </dgm:pt>
    <dgm:pt modelId="{9F7765E6-A0EC-4B43-BB95-28C6B271FFE4}" type="pres">
      <dgm:prSet presAssocID="{A5734974-0BE2-4CD5-99FC-825F199813B3}" presName="rootComposite" presStyleCnt="0"/>
      <dgm:spPr/>
    </dgm:pt>
    <dgm:pt modelId="{7A48EC60-51F3-4E67-AB7D-07B29B70C60D}" type="pres">
      <dgm:prSet presAssocID="{A5734974-0BE2-4CD5-99FC-825F199813B3}" presName="rootText" presStyleLbl="node3" presStyleIdx="9" presStyleCnt="19" custScaleX="237141" custScaleY="56948" custLinFactNeighborX="-29594" custLinFactNeighborY="513">
        <dgm:presLayoutVars>
          <dgm:chPref val="3"/>
        </dgm:presLayoutVars>
      </dgm:prSet>
      <dgm:spPr/>
    </dgm:pt>
    <dgm:pt modelId="{2A67B270-8617-4E10-A375-0BE24D42FCDD}" type="pres">
      <dgm:prSet presAssocID="{A5734974-0BE2-4CD5-99FC-825F199813B3}" presName="rootConnector" presStyleLbl="node3" presStyleIdx="9" presStyleCnt="19"/>
      <dgm:spPr/>
    </dgm:pt>
    <dgm:pt modelId="{F08F0E5B-C8E0-41F5-88C8-D5CB7FF425BE}" type="pres">
      <dgm:prSet presAssocID="{A5734974-0BE2-4CD5-99FC-825F199813B3}" presName="hierChild4" presStyleCnt="0"/>
      <dgm:spPr/>
    </dgm:pt>
    <dgm:pt modelId="{74DD0DA6-19F4-4867-99DD-3D036298A548}" type="pres">
      <dgm:prSet presAssocID="{A5734974-0BE2-4CD5-99FC-825F199813B3}" presName="hierChild5" presStyleCnt="0"/>
      <dgm:spPr/>
    </dgm:pt>
    <dgm:pt modelId="{16F40902-B653-4C40-B079-EF437F4745FD}" type="pres">
      <dgm:prSet presAssocID="{E252E372-499C-4A2A-9F73-A5A42CA6D3ED}" presName="Name37" presStyleLbl="parChTrans1D3" presStyleIdx="10" presStyleCnt="19"/>
      <dgm:spPr/>
    </dgm:pt>
    <dgm:pt modelId="{7100E03C-4918-4785-9044-A390A44EC2D2}" type="pres">
      <dgm:prSet presAssocID="{69E7C492-A0CD-449E-9C33-4CAE3655DFB0}" presName="hierRoot2" presStyleCnt="0">
        <dgm:presLayoutVars>
          <dgm:hierBranch val="init"/>
        </dgm:presLayoutVars>
      </dgm:prSet>
      <dgm:spPr/>
    </dgm:pt>
    <dgm:pt modelId="{1F78FD8E-A1F0-4B5C-9C50-26CA3020631D}" type="pres">
      <dgm:prSet presAssocID="{69E7C492-A0CD-449E-9C33-4CAE3655DFB0}" presName="rootComposite" presStyleCnt="0"/>
      <dgm:spPr/>
    </dgm:pt>
    <dgm:pt modelId="{C25DE249-8875-4463-85D3-99FDECF1277F}" type="pres">
      <dgm:prSet presAssocID="{69E7C492-A0CD-449E-9C33-4CAE3655DFB0}" presName="rootText" presStyleLbl="node3" presStyleIdx="10" presStyleCnt="19" custScaleX="237141" custScaleY="56948" custLinFactNeighborX="-29594" custLinFactNeighborY="513">
        <dgm:presLayoutVars>
          <dgm:chPref val="3"/>
        </dgm:presLayoutVars>
      </dgm:prSet>
      <dgm:spPr/>
    </dgm:pt>
    <dgm:pt modelId="{3FFAADE9-1B70-4295-83E7-8D1E478522F6}" type="pres">
      <dgm:prSet presAssocID="{69E7C492-A0CD-449E-9C33-4CAE3655DFB0}" presName="rootConnector" presStyleLbl="node3" presStyleIdx="10" presStyleCnt="19"/>
      <dgm:spPr/>
    </dgm:pt>
    <dgm:pt modelId="{10221AAC-1D5B-4EBF-8A48-B9D3D168E49D}" type="pres">
      <dgm:prSet presAssocID="{69E7C492-A0CD-449E-9C33-4CAE3655DFB0}" presName="hierChild4" presStyleCnt="0"/>
      <dgm:spPr/>
    </dgm:pt>
    <dgm:pt modelId="{BF8A7216-F408-4927-9521-0A8C9DDE6C13}" type="pres">
      <dgm:prSet presAssocID="{69E7C492-A0CD-449E-9C33-4CAE3655DFB0}" presName="hierChild5" presStyleCnt="0"/>
      <dgm:spPr/>
    </dgm:pt>
    <dgm:pt modelId="{DB7F34E6-B5A3-4846-A04C-EBACBE647391}" type="pres">
      <dgm:prSet presAssocID="{AD1672D5-A022-4166-B47C-FDADE706D3DF}" presName="Name37" presStyleLbl="parChTrans1D3" presStyleIdx="11" presStyleCnt="19"/>
      <dgm:spPr/>
    </dgm:pt>
    <dgm:pt modelId="{DE4EB339-58B2-4B3E-ABA6-827194F99F74}" type="pres">
      <dgm:prSet presAssocID="{03C281E7-DDB5-49A7-B1F9-898033612503}" presName="hierRoot2" presStyleCnt="0">
        <dgm:presLayoutVars>
          <dgm:hierBranch val="init"/>
        </dgm:presLayoutVars>
      </dgm:prSet>
      <dgm:spPr/>
    </dgm:pt>
    <dgm:pt modelId="{DE91C667-1EDB-4723-80A8-F85DD6ED2406}" type="pres">
      <dgm:prSet presAssocID="{03C281E7-DDB5-49A7-B1F9-898033612503}" presName="rootComposite" presStyleCnt="0"/>
      <dgm:spPr/>
    </dgm:pt>
    <dgm:pt modelId="{284AAC9C-A343-418C-96D3-0EC938A08886}" type="pres">
      <dgm:prSet presAssocID="{03C281E7-DDB5-49A7-B1F9-898033612503}" presName="rootText" presStyleLbl="node3" presStyleIdx="11" presStyleCnt="19" custScaleX="237141" custScaleY="81219" custLinFactNeighborX="-29594" custLinFactNeighborY="513">
        <dgm:presLayoutVars>
          <dgm:chPref val="3"/>
        </dgm:presLayoutVars>
      </dgm:prSet>
      <dgm:spPr/>
    </dgm:pt>
    <dgm:pt modelId="{4163C214-E3A8-408D-B910-AB7E3A3BCE64}" type="pres">
      <dgm:prSet presAssocID="{03C281E7-DDB5-49A7-B1F9-898033612503}" presName="rootConnector" presStyleLbl="node3" presStyleIdx="11" presStyleCnt="19"/>
      <dgm:spPr/>
    </dgm:pt>
    <dgm:pt modelId="{BB2A9940-355A-4D99-8372-B9AD298EEF09}" type="pres">
      <dgm:prSet presAssocID="{03C281E7-DDB5-49A7-B1F9-898033612503}" presName="hierChild4" presStyleCnt="0"/>
      <dgm:spPr/>
    </dgm:pt>
    <dgm:pt modelId="{BED6AAC5-C0C0-4C11-B4AB-D54063408A74}" type="pres">
      <dgm:prSet presAssocID="{03C281E7-DDB5-49A7-B1F9-898033612503}" presName="hierChild5" presStyleCnt="0"/>
      <dgm:spPr/>
    </dgm:pt>
    <dgm:pt modelId="{EBF61DE1-0F6D-45CE-A263-6AB14AA4E1E8}" type="pres">
      <dgm:prSet presAssocID="{A4AA5E78-2E83-4F60-8055-685BC550D62A}" presName="hierChild5" presStyleCnt="0"/>
      <dgm:spPr/>
    </dgm:pt>
    <dgm:pt modelId="{76F73F54-7CB1-4ACE-9038-DE46166D4079}" type="pres">
      <dgm:prSet presAssocID="{4F7FBD52-D6A1-4338-9771-F2002E5F6B75}" presName="Name37" presStyleLbl="parChTrans1D2" presStyleIdx="2" presStyleCnt="6"/>
      <dgm:spPr/>
    </dgm:pt>
    <dgm:pt modelId="{99383A52-9AB1-4F92-ABEA-F03CA30EA2F2}" type="pres">
      <dgm:prSet presAssocID="{1E34E429-3B1C-474D-9623-B03C5A0898DC}" presName="hierRoot2" presStyleCnt="0">
        <dgm:presLayoutVars>
          <dgm:hierBranch val="init"/>
        </dgm:presLayoutVars>
      </dgm:prSet>
      <dgm:spPr/>
    </dgm:pt>
    <dgm:pt modelId="{700BDA7A-ABE4-49C4-8A68-B80BB307BA4A}" type="pres">
      <dgm:prSet presAssocID="{1E34E429-3B1C-474D-9623-B03C5A0898DC}" presName="rootComposite" presStyleCnt="0"/>
      <dgm:spPr/>
    </dgm:pt>
    <dgm:pt modelId="{ECF10C6A-7C39-40A8-BEE0-63935E4B7D7A}" type="pres">
      <dgm:prSet presAssocID="{1E34E429-3B1C-474D-9623-B03C5A0898DC}" presName="rootText" presStyleLbl="node2" presStyleIdx="2" presStyleCnt="6" custScaleX="84493" custLinFactNeighborX="-21539" custLinFactNeighborY="-1">
        <dgm:presLayoutVars>
          <dgm:chPref val="3"/>
        </dgm:presLayoutVars>
      </dgm:prSet>
      <dgm:spPr/>
    </dgm:pt>
    <dgm:pt modelId="{A4AD4397-C90E-45FC-8C14-4EBF84B8DC03}" type="pres">
      <dgm:prSet presAssocID="{1E34E429-3B1C-474D-9623-B03C5A0898DC}" presName="rootConnector" presStyleLbl="node2" presStyleIdx="2" presStyleCnt="6"/>
      <dgm:spPr/>
    </dgm:pt>
    <dgm:pt modelId="{AB8C4CF8-4D03-49DB-B3A8-5ABD24D6D5EC}" type="pres">
      <dgm:prSet presAssocID="{1E34E429-3B1C-474D-9623-B03C5A0898DC}" presName="hierChild4" presStyleCnt="0"/>
      <dgm:spPr/>
    </dgm:pt>
    <dgm:pt modelId="{5EC49BDC-1198-492C-A48D-927DDAE0DB7E}" type="pres">
      <dgm:prSet presAssocID="{B088BEBF-AE62-4103-8EC7-80EA85259D7F}" presName="Name37" presStyleLbl="parChTrans1D3" presStyleIdx="12" presStyleCnt="19"/>
      <dgm:spPr/>
    </dgm:pt>
    <dgm:pt modelId="{FB0456DE-DCA6-46D0-9036-94FB756CCAFF}" type="pres">
      <dgm:prSet presAssocID="{A14220CC-E46E-4BB5-A14B-0F59CA674199}" presName="hierRoot2" presStyleCnt="0">
        <dgm:presLayoutVars>
          <dgm:hierBranch val="init"/>
        </dgm:presLayoutVars>
      </dgm:prSet>
      <dgm:spPr/>
    </dgm:pt>
    <dgm:pt modelId="{FA88357A-9A11-4531-ADB4-A141CBC9965C}" type="pres">
      <dgm:prSet presAssocID="{A14220CC-E46E-4BB5-A14B-0F59CA674199}" presName="rootComposite" presStyleCnt="0"/>
      <dgm:spPr/>
    </dgm:pt>
    <dgm:pt modelId="{0B44B6FA-92BD-4B30-B532-624F03EFA2BF}" type="pres">
      <dgm:prSet presAssocID="{A14220CC-E46E-4BB5-A14B-0F59CA674199}" presName="rootText" presStyleLbl="node3" presStyleIdx="12" presStyleCnt="19" custScaleX="103176" custScaleY="108640" custLinFactNeighborX="-21539" custLinFactNeighborY="-1601">
        <dgm:presLayoutVars>
          <dgm:chPref val="3"/>
        </dgm:presLayoutVars>
      </dgm:prSet>
      <dgm:spPr/>
    </dgm:pt>
    <dgm:pt modelId="{D78ABB9C-53B2-4EF8-A526-5BCB628E7D39}" type="pres">
      <dgm:prSet presAssocID="{A14220CC-E46E-4BB5-A14B-0F59CA674199}" presName="rootConnector" presStyleLbl="node3" presStyleIdx="12" presStyleCnt="19"/>
      <dgm:spPr/>
    </dgm:pt>
    <dgm:pt modelId="{02871712-484F-4BC7-8C6D-3EC886B5AF35}" type="pres">
      <dgm:prSet presAssocID="{A14220CC-E46E-4BB5-A14B-0F59CA674199}" presName="hierChild4" presStyleCnt="0"/>
      <dgm:spPr/>
    </dgm:pt>
    <dgm:pt modelId="{546C9F8B-6DA5-4AB9-9197-2A46EA4E9922}" type="pres">
      <dgm:prSet presAssocID="{A14220CC-E46E-4BB5-A14B-0F59CA674199}" presName="hierChild5" presStyleCnt="0"/>
      <dgm:spPr/>
    </dgm:pt>
    <dgm:pt modelId="{6829F625-52FD-4A27-983B-23F1A2EF7B61}" type="pres">
      <dgm:prSet presAssocID="{1E34E429-3B1C-474D-9623-B03C5A0898DC}" presName="hierChild5" presStyleCnt="0"/>
      <dgm:spPr/>
    </dgm:pt>
    <dgm:pt modelId="{C30796C7-D7C4-4878-AB65-50CA96A8AD01}" type="pres">
      <dgm:prSet presAssocID="{334B7B4A-A0EC-4BE3-BD57-2D500CC655D9}" presName="Name37" presStyleLbl="parChTrans1D2" presStyleIdx="3" presStyleCnt="6"/>
      <dgm:spPr/>
    </dgm:pt>
    <dgm:pt modelId="{F916A926-B076-484A-B58D-273DEC6B40F5}" type="pres">
      <dgm:prSet presAssocID="{BC0BE655-0F5F-495D-9A00-DAC06F460A34}" presName="hierRoot2" presStyleCnt="0">
        <dgm:presLayoutVars>
          <dgm:hierBranch val="init"/>
        </dgm:presLayoutVars>
      </dgm:prSet>
      <dgm:spPr/>
    </dgm:pt>
    <dgm:pt modelId="{6F9958CC-BC89-4365-8699-3AD7D9159D97}" type="pres">
      <dgm:prSet presAssocID="{BC0BE655-0F5F-495D-9A00-DAC06F460A34}" presName="rootComposite" presStyleCnt="0"/>
      <dgm:spPr/>
    </dgm:pt>
    <dgm:pt modelId="{4EA816CB-6AB7-4D30-91D2-E19223664521}" type="pres">
      <dgm:prSet presAssocID="{BC0BE655-0F5F-495D-9A00-DAC06F460A34}" presName="rootText" presStyleLbl="node2" presStyleIdx="3" presStyleCnt="6" custScaleX="96819">
        <dgm:presLayoutVars>
          <dgm:chPref val="3"/>
        </dgm:presLayoutVars>
      </dgm:prSet>
      <dgm:spPr/>
    </dgm:pt>
    <dgm:pt modelId="{09C6F1B5-B497-4EED-B053-BB14AB305045}" type="pres">
      <dgm:prSet presAssocID="{BC0BE655-0F5F-495D-9A00-DAC06F460A34}" presName="rootConnector" presStyleLbl="node2" presStyleIdx="3" presStyleCnt="6"/>
      <dgm:spPr/>
    </dgm:pt>
    <dgm:pt modelId="{C1BA8958-8495-4827-B5A9-6B1096CD1905}" type="pres">
      <dgm:prSet presAssocID="{BC0BE655-0F5F-495D-9A00-DAC06F460A34}" presName="hierChild4" presStyleCnt="0"/>
      <dgm:spPr/>
    </dgm:pt>
    <dgm:pt modelId="{4A297940-E560-43F1-B899-D90CAFEFF9F9}" type="pres">
      <dgm:prSet presAssocID="{6EDA1C38-4764-4423-8060-5ED8CCC0F01A}" presName="Name37" presStyleLbl="parChTrans1D3" presStyleIdx="13" presStyleCnt="19"/>
      <dgm:spPr/>
    </dgm:pt>
    <dgm:pt modelId="{58AFF325-7802-426B-9BF6-208D702CB128}" type="pres">
      <dgm:prSet presAssocID="{743610C1-9835-4646-A186-61AF59C69A49}" presName="hierRoot2" presStyleCnt="0">
        <dgm:presLayoutVars>
          <dgm:hierBranch val="init"/>
        </dgm:presLayoutVars>
      </dgm:prSet>
      <dgm:spPr/>
    </dgm:pt>
    <dgm:pt modelId="{77F82E10-48DC-49DC-BC5E-65A4287BE15A}" type="pres">
      <dgm:prSet presAssocID="{743610C1-9835-4646-A186-61AF59C69A49}" presName="rootComposite" presStyleCnt="0"/>
      <dgm:spPr/>
    </dgm:pt>
    <dgm:pt modelId="{70190753-20EF-468A-AF58-9CECB07CAC07}" type="pres">
      <dgm:prSet presAssocID="{743610C1-9835-4646-A186-61AF59C69A49}" presName="rootText" presStyleLbl="node3" presStyleIdx="13" presStyleCnt="19" custScaleX="110054" custScaleY="55711">
        <dgm:presLayoutVars>
          <dgm:chPref val="3"/>
        </dgm:presLayoutVars>
      </dgm:prSet>
      <dgm:spPr/>
    </dgm:pt>
    <dgm:pt modelId="{8E822BBC-7809-41B0-93E1-6B60FE855730}" type="pres">
      <dgm:prSet presAssocID="{743610C1-9835-4646-A186-61AF59C69A49}" presName="rootConnector" presStyleLbl="node3" presStyleIdx="13" presStyleCnt="19"/>
      <dgm:spPr/>
    </dgm:pt>
    <dgm:pt modelId="{25E92C3B-C2F3-40C3-9D18-F79BC0A145D3}" type="pres">
      <dgm:prSet presAssocID="{743610C1-9835-4646-A186-61AF59C69A49}" presName="hierChild4" presStyleCnt="0"/>
      <dgm:spPr/>
    </dgm:pt>
    <dgm:pt modelId="{F66023ED-7D5F-4346-8C2D-C8682426D59D}" type="pres">
      <dgm:prSet presAssocID="{743610C1-9835-4646-A186-61AF59C69A49}" presName="hierChild5" presStyleCnt="0"/>
      <dgm:spPr/>
    </dgm:pt>
    <dgm:pt modelId="{42CC8CFF-2ACE-4287-8A38-FE0B19AB0E8A}" type="pres">
      <dgm:prSet presAssocID="{47311D9D-83D8-4ACE-B991-1A0240300974}" presName="Name37" presStyleLbl="parChTrans1D3" presStyleIdx="14" presStyleCnt="19"/>
      <dgm:spPr/>
    </dgm:pt>
    <dgm:pt modelId="{86D86365-603A-4783-AC2D-E60FDC38C582}" type="pres">
      <dgm:prSet presAssocID="{B6D2EDFE-802F-4E0C-93BF-A0ED98D0E7F6}" presName="hierRoot2" presStyleCnt="0">
        <dgm:presLayoutVars>
          <dgm:hierBranch val="init"/>
        </dgm:presLayoutVars>
      </dgm:prSet>
      <dgm:spPr/>
    </dgm:pt>
    <dgm:pt modelId="{272CA3A7-9335-48BE-AE9A-E637B042E271}" type="pres">
      <dgm:prSet presAssocID="{B6D2EDFE-802F-4E0C-93BF-A0ED98D0E7F6}" presName="rootComposite" presStyleCnt="0"/>
      <dgm:spPr/>
    </dgm:pt>
    <dgm:pt modelId="{66591EBC-DAA4-4B50-99CE-1E8801ECC50E}" type="pres">
      <dgm:prSet presAssocID="{B6D2EDFE-802F-4E0C-93BF-A0ED98D0E7F6}" presName="rootText" presStyleLbl="node3" presStyleIdx="14" presStyleCnt="19" custScaleX="110054" custScaleY="55711">
        <dgm:presLayoutVars>
          <dgm:chPref val="3"/>
        </dgm:presLayoutVars>
      </dgm:prSet>
      <dgm:spPr/>
    </dgm:pt>
    <dgm:pt modelId="{32FF7B22-6423-4937-B02E-A59789120BA9}" type="pres">
      <dgm:prSet presAssocID="{B6D2EDFE-802F-4E0C-93BF-A0ED98D0E7F6}" presName="rootConnector" presStyleLbl="node3" presStyleIdx="14" presStyleCnt="19"/>
      <dgm:spPr/>
    </dgm:pt>
    <dgm:pt modelId="{6E43B992-AE0E-4AF9-8926-B4CF444F8DE9}" type="pres">
      <dgm:prSet presAssocID="{B6D2EDFE-802F-4E0C-93BF-A0ED98D0E7F6}" presName="hierChild4" presStyleCnt="0"/>
      <dgm:spPr/>
    </dgm:pt>
    <dgm:pt modelId="{EDD009A6-934B-46FD-81D8-C9099D8FD38C}" type="pres">
      <dgm:prSet presAssocID="{B6D2EDFE-802F-4E0C-93BF-A0ED98D0E7F6}" presName="hierChild5" presStyleCnt="0"/>
      <dgm:spPr/>
    </dgm:pt>
    <dgm:pt modelId="{B02A68B2-BD1F-469F-95C3-E963CE3879AA}" type="pres">
      <dgm:prSet presAssocID="{4E44B729-4FD2-400E-8B90-BD1D868B0915}" presName="Name37" presStyleLbl="parChTrans1D3" presStyleIdx="15" presStyleCnt="19"/>
      <dgm:spPr/>
    </dgm:pt>
    <dgm:pt modelId="{C6767614-A614-41C9-8842-01ED0477FC7A}" type="pres">
      <dgm:prSet presAssocID="{F35C074E-D97A-4488-BCC5-DD2EC3E4159B}" presName="hierRoot2" presStyleCnt="0">
        <dgm:presLayoutVars>
          <dgm:hierBranch val="init"/>
        </dgm:presLayoutVars>
      </dgm:prSet>
      <dgm:spPr/>
    </dgm:pt>
    <dgm:pt modelId="{0542CC96-E471-4E1F-845B-088CAD3A40B0}" type="pres">
      <dgm:prSet presAssocID="{F35C074E-D97A-4488-BCC5-DD2EC3E4159B}" presName="rootComposite" presStyleCnt="0"/>
      <dgm:spPr/>
    </dgm:pt>
    <dgm:pt modelId="{2560D3C0-49B9-4733-B1A3-1F04E90C7D41}" type="pres">
      <dgm:prSet presAssocID="{F35C074E-D97A-4488-BCC5-DD2EC3E4159B}" presName="rootText" presStyleLbl="node3" presStyleIdx="15" presStyleCnt="19" custScaleX="110054" custScaleY="55711">
        <dgm:presLayoutVars>
          <dgm:chPref val="3"/>
        </dgm:presLayoutVars>
      </dgm:prSet>
      <dgm:spPr/>
    </dgm:pt>
    <dgm:pt modelId="{26D402BA-D5F0-485D-A419-0325DD84E60A}" type="pres">
      <dgm:prSet presAssocID="{F35C074E-D97A-4488-BCC5-DD2EC3E4159B}" presName="rootConnector" presStyleLbl="node3" presStyleIdx="15" presStyleCnt="19"/>
      <dgm:spPr/>
    </dgm:pt>
    <dgm:pt modelId="{F925E2A5-4682-41D7-BA28-F4DB21388B02}" type="pres">
      <dgm:prSet presAssocID="{F35C074E-D97A-4488-BCC5-DD2EC3E4159B}" presName="hierChild4" presStyleCnt="0"/>
      <dgm:spPr/>
    </dgm:pt>
    <dgm:pt modelId="{8B74D4C1-1E7C-46EE-9C03-140498DFE852}" type="pres">
      <dgm:prSet presAssocID="{F35C074E-D97A-4488-BCC5-DD2EC3E4159B}" presName="hierChild5" presStyleCnt="0"/>
      <dgm:spPr/>
    </dgm:pt>
    <dgm:pt modelId="{382F202C-55A1-461E-991A-D4DE37D7E4A7}" type="pres">
      <dgm:prSet presAssocID="{BC0BE655-0F5F-495D-9A00-DAC06F460A34}" presName="hierChild5" presStyleCnt="0"/>
      <dgm:spPr/>
    </dgm:pt>
    <dgm:pt modelId="{C0B8E8F5-5261-4BB8-8351-F41EEE304B89}" type="pres">
      <dgm:prSet presAssocID="{3C498F2D-6E89-4945-84AB-C0166F5E6B66}" presName="Name37" presStyleLbl="parChTrans1D2" presStyleIdx="4" presStyleCnt="6"/>
      <dgm:spPr/>
    </dgm:pt>
    <dgm:pt modelId="{236F92CB-D31E-4F28-81C2-76128CF1F566}" type="pres">
      <dgm:prSet presAssocID="{D379CC98-9369-4B4E-AFF9-DCF4FDEA7672}" presName="hierRoot2" presStyleCnt="0">
        <dgm:presLayoutVars>
          <dgm:hierBranch val="init"/>
        </dgm:presLayoutVars>
      </dgm:prSet>
      <dgm:spPr/>
    </dgm:pt>
    <dgm:pt modelId="{56342D74-3305-4F2B-ADFA-0BEE07A3656A}" type="pres">
      <dgm:prSet presAssocID="{D379CC98-9369-4B4E-AFF9-DCF4FDEA7672}" presName="rootComposite" presStyleCnt="0"/>
      <dgm:spPr/>
    </dgm:pt>
    <dgm:pt modelId="{6E874E0E-CD39-4B8F-8BB1-758447ADE981}" type="pres">
      <dgm:prSet presAssocID="{D379CC98-9369-4B4E-AFF9-DCF4FDEA7672}" presName="rootText" presStyleLbl="node2" presStyleIdx="4" presStyleCnt="6" custLinFactNeighborX="20000">
        <dgm:presLayoutVars>
          <dgm:chPref val="3"/>
        </dgm:presLayoutVars>
      </dgm:prSet>
      <dgm:spPr/>
    </dgm:pt>
    <dgm:pt modelId="{95E33629-8A2C-4CAF-81CE-282569EE9D0C}" type="pres">
      <dgm:prSet presAssocID="{D379CC98-9369-4B4E-AFF9-DCF4FDEA7672}" presName="rootConnector" presStyleLbl="node2" presStyleIdx="4" presStyleCnt="6"/>
      <dgm:spPr/>
    </dgm:pt>
    <dgm:pt modelId="{B196C684-3D59-440C-8B60-A53FA93F2757}" type="pres">
      <dgm:prSet presAssocID="{D379CC98-9369-4B4E-AFF9-DCF4FDEA7672}" presName="hierChild4" presStyleCnt="0"/>
      <dgm:spPr/>
    </dgm:pt>
    <dgm:pt modelId="{17F2FE89-923D-4F3C-99B5-26302345BAA2}" type="pres">
      <dgm:prSet presAssocID="{3878C5AF-3488-462E-B12B-FB7AE2419769}" presName="Name37" presStyleLbl="parChTrans1D3" presStyleIdx="16" presStyleCnt="19"/>
      <dgm:spPr/>
    </dgm:pt>
    <dgm:pt modelId="{D16FD5DF-7BA5-49A0-B0A4-C1F7C069EB47}" type="pres">
      <dgm:prSet presAssocID="{C7CCA8F1-3F96-4E96-90F5-ECD1D2FEC15E}" presName="hierRoot2" presStyleCnt="0">
        <dgm:presLayoutVars>
          <dgm:hierBranch val="init"/>
        </dgm:presLayoutVars>
      </dgm:prSet>
      <dgm:spPr/>
    </dgm:pt>
    <dgm:pt modelId="{AF27F899-9B0D-4ABE-974F-E6E18258E1B5}" type="pres">
      <dgm:prSet presAssocID="{C7CCA8F1-3F96-4E96-90F5-ECD1D2FEC15E}" presName="rootComposite" presStyleCnt="0"/>
      <dgm:spPr/>
    </dgm:pt>
    <dgm:pt modelId="{12560C36-BCE1-4E78-ABEE-409BD084B9EA}" type="pres">
      <dgm:prSet presAssocID="{C7CCA8F1-3F96-4E96-90F5-ECD1D2FEC15E}" presName="rootText" presStyleLbl="node3" presStyleIdx="16" presStyleCnt="19" custScaleX="143000" custScaleY="130714" custLinFactNeighborX="20000">
        <dgm:presLayoutVars>
          <dgm:chPref val="3"/>
        </dgm:presLayoutVars>
      </dgm:prSet>
      <dgm:spPr/>
    </dgm:pt>
    <dgm:pt modelId="{4C531565-A2C7-41DC-87BC-5057A3499B96}" type="pres">
      <dgm:prSet presAssocID="{C7CCA8F1-3F96-4E96-90F5-ECD1D2FEC15E}" presName="rootConnector" presStyleLbl="node3" presStyleIdx="16" presStyleCnt="19"/>
      <dgm:spPr/>
    </dgm:pt>
    <dgm:pt modelId="{0DA4C9FB-CCC5-4A89-85F0-2DDA7F6DD190}" type="pres">
      <dgm:prSet presAssocID="{C7CCA8F1-3F96-4E96-90F5-ECD1D2FEC15E}" presName="hierChild4" presStyleCnt="0"/>
      <dgm:spPr/>
    </dgm:pt>
    <dgm:pt modelId="{405F07E1-D709-418A-A90E-2284D9C3B2A0}" type="pres">
      <dgm:prSet presAssocID="{C7CCA8F1-3F96-4E96-90F5-ECD1D2FEC15E}" presName="hierChild5" presStyleCnt="0"/>
      <dgm:spPr/>
    </dgm:pt>
    <dgm:pt modelId="{6E2DF728-2406-4D4A-B12B-3DCA45DC5000}" type="pres">
      <dgm:prSet presAssocID="{D379CC98-9369-4B4E-AFF9-DCF4FDEA7672}" presName="hierChild5" presStyleCnt="0"/>
      <dgm:spPr/>
    </dgm:pt>
    <dgm:pt modelId="{A34E8E39-F97B-4FAC-A009-AC9A2E8FD6EA}" type="pres">
      <dgm:prSet presAssocID="{4F079034-0A01-4BF7-A6C0-E37F7B442244}" presName="Name37" presStyleLbl="parChTrans1D2" presStyleIdx="5" presStyleCnt="6"/>
      <dgm:spPr/>
    </dgm:pt>
    <dgm:pt modelId="{4D4935E0-470B-454A-A087-85E63B7D9A3D}" type="pres">
      <dgm:prSet presAssocID="{35B1A56A-297B-4326-8815-E7CCDD729A8D}" presName="hierRoot2" presStyleCnt="0">
        <dgm:presLayoutVars>
          <dgm:hierBranch val="init"/>
        </dgm:presLayoutVars>
      </dgm:prSet>
      <dgm:spPr/>
    </dgm:pt>
    <dgm:pt modelId="{8841BE60-D5A5-4602-992C-6A2EFEA8B6E9}" type="pres">
      <dgm:prSet presAssocID="{35B1A56A-297B-4326-8815-E7CCDD729A8D}" presName="rootComposite" presStyleCnt="0"/>
      <dgm:spPr/>
    </dgm:pt>
    <dgm:pt modelId="{4DD3E079-E659-4CAA-8BD1-A49E007B995A}" type="pres">
      <dgm:prSet presAssocID="{35B1A56A-297B-4326-8815-E7CCDD729A8D}" presName="rootText" presStyleLbl="node2" presStyleIdx="5" presStyleCnt="6" custScaleX="131869" custLinFactNeighborX="51990">
        <dgm:presLayoutVars>
          <dgm:chPref val="3"/>
        </dgm:presLayoutVars>
      </dgm:prSet>
      <dgm:spPr/>
    </dgm:pt>
    <dgm:pt modelId="{D9E03D1D-3156-453F-9BB7-DA2043496990}" type="pres">
      <dgm:prSet presAssocID="{35B1A56A-297B-4326-8815-E7CCDD729A8D}" presName="rootConnector" presStyleLbl="node2" presStyleIdx="5" presStyleCnt="6"/>
      <dgm:spPr/>
    </dgm:pt>
    <dgm:pt modelId="{F347771F-D50D-412C-8DDA-267B4155D226}" type="pres">
      <dgm:prSet presAssocID="{35B1A56A-297B-4326-8815-E7CCDD729A8D}" presName="hierChild4" presStyleCnt="0"/>
      <dgm:spPr/>
    </dgm:pt>
    <dgm:pt modelId="{E0B4E239-EA6D-4AB8-BFBD-3C844A00FCCC}" type="pres">
      <dgm:prSet presAssocID="{8DC9798A-47C2-4F1F-B828-299329938384}" presName="Name37" presStyleLbl="parChTrans1D3" presStyleIdx="17" presStyleCnt="19"/>
      <dgm:spPr/>
    </dgm:pt>
    <dgm:pt modelId="{547F3F0F-C869-452C-AC0B-ACDEEE90C3D8}" type="pres">
      <dgm:prSet presAssocID="{192579A5-D0C0-4988-A61F-D700CAF33C1A}" presName="hierRoot2" presStyleCnt="0">
        <dgm:presLayoutVars>
          <dgm:hierBranch val="init"/>
        </dgm:presLayoutVars>
      </dgm:prSet>
      <dgm:spPr/>
    </dgm:pt>
    <dgm:pt modelId="{389E7A89-D3C7-4639-8DBD-685CDE7FE2B7}" type="pres">
      <dgm:prSet presAssocID="{192579A5-D0C0-4988-A61F-D700CAF33C1A}" presName="rootComposite" presStyleCnt="0"/>
      <dgm:spPr/>
    </dgm:pt>
    <dgm:pt modelId="{A0A5AC44-05D8-4ED1-B764-B9483CFC86FD}" type="pres">
      <dgm:prSet presAssocID="{192579A5-D0C0-4988-A61F-D700CAF33C1A}" presName="rootText" presStyleLbl="node3" presStyleIdx="17" presStyleCnt="19" custLinFactNeighborX="51990">
        <dgm:presLayoutVars>
          <dgm:chPref val="3"/>
        </dgm:presLayoutVars>
      </dgm:prSet>
      <dgm:spPr/>
    </dgm:pt>
    <dgm:pt modelId="{F761C7CE-19C7-4BC6-8BE6-623B1A9A9A85}" type="pres">
      <dgm:prSet presAssocID="{192579A5-D0C0-4988-A61F-D700CAF33C1A}" presName="rootConnector" presStyleLbl="node3" presStyleIdx="17" presStyleCnt="19"/>
      <dgm:spPr/>
    </dgm:pt>
    <dgm:pt modelId="{E66A1A22-D86F-4874-B8FC-4CF8FA5CD49C}" type="pres">
      <dgm:prSet presAssocID="{192579A5-D0C0-4988-A61F-D700CAF33C1A}" presName="hierChild4" presStyleCnt="0"/>
      <dgm:spPr/>
    </dgm:pt>
    <dgm:pt modelId="{AB496B2D-69D2-4157-BA6A-0F8CC3ED1178}" type="pres">
      <dgm:prSet presAssocID="{192579A5-D0C0-4988-A61F-D700CAF33C1A}" presName="hierChild5" presStyleCnt="0"/>
      <dgm:spPr/>
    </dgm:pt>
    <dgm:pt modelId="{0B257208-B03D-4873-BD72-64C0BFE7BB80}" type="pres">
      <dgm:prSet presAssocID="{32518531-7CC5-462C-AFF4-DB44ACB99C69}" presName="Name37" presStyleLbl="parChTrans1D3" presStyleIdx="18" presStyleCnt="19"/>
      <dgm:spPr/>
    </dgm:pt>
    <dgm:pt modelId="{C74AA743-F5B5-429A-BD28-6C9F37B7255E}" type="pres">
      <dgm:prSet presAssocID="{3D084AE4-D05E-494C-B4E3-F39A1D52C591}" presName="hierRoot2" presStyleCnt="0">
        <dgm:presLayoutVars>
          <dgm:hierBranch val="init"/>
        </dgm:presLayoutVars>
      </dgm:prSet>
      <dgm:spPr/>
    </dgm:pt>
    <dgm:pt modelId="{1A4E0DEC-2790-4A23-A0EE-5FB93136B028}" type="pres">
      <dgm:prSet presAssocID="{3D084AE4-D05E-494C-B4E3-F39A1D52C591}" presName="rootComposite" presStyleCnt="0"/>
      <dgm:spPr/>
    </dgm:pt>
    <dgm:pt modelId="{D822EDDF-D7BE-4830-8BE1-464128AA5270}" type="pres">
      <dgm:prSet presAssocID="{3D084AE4-D05E-494C-B4E3-F39A1D52C591}" presName="rootText" presStyleLbl="node3" presStyleIdx="18" presStyleCnt="19" custLinFactNeighborX="51990">
        <dgm:presLayoutVars>
          <dgm:chPref val="3"/>
        </dgm:presLayoutVars>
      </dgm:prSet>
      <dgm:spPr/>
    </dgm:pt>
    <dgm:pt modelId="{73027393-6A6F-4408-9F37-DF56B6C1A56F}" type="pres">
      <dgm:prSet presAssocID="{3D084AE4-D05E-494C-B4E3-F39A1D52C591}" presName="rootConnector" presStyleLbl="node3" presStyleIdx="18" presStyleCnt="19"/>
      <dgm:spPr/>
    </dgm:pt>
    <dgm:pt modelId="{0FAFB2FA-1E3D-4680-9983-9A714AC23D13}" type="pres">
      <dgm:prSet presAssocID="{3D084AE4-D05E-494C-B4E3-F39A1D52C591}" presName="hierChild4" presStyleCnt="0"/>
      <dgm:spPr/>
    </dgm:pt>
    <dgm:pt modelId="{044CC11F-4EF7-46C2-8458-8D6B630BEF9F}" type="pres">
      <dgm:prSet presAssocID="{3D084AE4-D05E-494C-B4E3-F39A1D52C591}" presName="hierChild5" presStyleCnt="0"/>
      <dgm:spPr/>
    </dgm:pt>
    <dgm:pt modelId="{C4D73A07-34F5-42CA-9616-6CDA7ECFA37F}" type="pres">
      <dgm:prSet presAssocID="{35B1A56A-297B-4326-8815-E7CCDD729A8D}" presName="hierChild5" presStyleCnt="0"/>
      <dgm:spPr/>
    </dgm:pt>
    <dgm:pt modelId="{B4C903CE-321E-4209-B68E-F21CA6A88E37}" type="pres">
      <dgm:prSet presAssocID="{4224F16D-E4C0-4250-9EFA-7C747A39F793}" presName="hierChild3" presStyleCnt="0"/>
      <dgm:spPr/>
    </dgm:pt>
  </dgm:ptLst>
  <dgm:cxnLst>
    <dgm:cxn modelId="{09A5E601-A666-40F3-8388-CEA0D4F2B5A1}" type="presOf" srcId="{192579A5-D0C0-4988-A61F-D700CAF33C1A}" destId="{F761C7CE-19C7-4BC6-8BE6-623B1A9A9A85}" srcOrd="1" destOrd="0" presId="urn:microsoft.com/office/officeart/2005/8/layout/orgChart1"/>
    <dgm:cxn modelId="{26E6C904-B0E8-42BA-BECC-F0EBAD93C00F}" type="presOf" srcId="{F53F0496-01AD-40B1-BEC5-C28B736DB0ED}" destId="{C588F604-4C71-459E-9996-F4A026851A65}" srcOrd="0" destOrd="0" presId="urn:microsoft.com/office/officeart/2005/8/layout/orgChart1"/>
    <dgm:cxn modelId="{C01D3D05-0290-40E1-B6DD-FD6C8EF12043}" srcId="{35B1A56A-297B-4326-8815-E7CCDD729A8D}" destId="{192579A5-D0C0-4988-A61F-D700CAF33C1A}" srcOrd="0" destOrd="0" parTransId="{8DC9798A-47C2-4F1F-B828-299329938384}" sibTransId="{A7E6D7B2-BB6E-4758-A632-1385A3A872FF}"/>
    <dgm:cxn modelId="{26941406-0D38-47F7-B9FC-6133027B49EF}" type="presOf" srcId="{3D084AE4-D05E-494C-B4E3-F39A1D52C591}" destId="{73027393-6A6F-4408-9F37-DF56B6C1A56F}" srcOrd="1" destOrd="0" presId="urn:microsoft.com/office/officeart/2005/8/layout/orgChart1"/>
    <dgm:cxn modelId="{0F9D7608-C575-4A39-B343-A20803F3485F}" srcId="{A4AA5E78-2E83-4F60-8055-685BC550D62A}" destId="{03C281E7-DDB5-49A7-B1F9-898033612503}" srcOrd="5" destOrd="0" parTransId="{AD1672D5-A022-4166-B47C-FDADE706D3DF}" sibTransId="{7E4A52EC-6D57-4D82-AA8E-ADC5C6967529}"/>
    <dgm:cxn modelId="{5A22C309-0586-4676-BBD3-0E8848D1186D}" srcId="{633632CF-3971-4DAE-9D7B-30F94F90EF74}" destId="{9C26E6AD-47AB-46A2-B2EA-EF1F57DFDC1B}" srcOrd="0" destOrd="0" parTransId="{F77BA94F-5F5A-4244-B671-7D147C089B9A}" sibTransId="{511E7827-8C48-4812-81C5-1BFB2F3AE3BA}"/>
    <dgm:cxn modelId="{F353F209-C4B0-4766-A6E1-1C7762CC4FDB}" type="presOf" srcId="{D379CC98-9369-4B4E-AFF9-DCF4FDEA7672}" destId="{6E874E0E-CD39-4B8F-8BB1-758447ADE981}" srcOrd="0" destOrd="0" presId="urn:microsoft.com/office/officeart/2005/8/layout/orgChart1"/>
    <dgm:cxn modelId="{AABB930D-DC23-4E82-ABF4-3D4B2E8F5433}" type="presOf" srcId="{A14220CC-E46E-4BB5-A14B-0F59CA674199}" destId="{D78ABB9C-53B2-4EF8-A526-5BCB628E7D39}" srcOrd="1" destOrd="0" presId="urn:microsoft.com/office/officeart/2005/8/layout/orgChart1"/>
    <dgm:cxn modelId="{8A946119-3312-4101-BB56-3CFA545996DF}" type="presOf" srcId="{4224F16D-E4C0-4250-9EFA-7C747A39F793}" destId="{241526F4-D093-4E9D-BAED-0695FD37EEE8}" srcOrd="0" destOrd="0" presId="urn:microsoft.com/office/officeart/2005/8/layout/orgChart1"/>
    <dgm:cxn modelId="{73FDD51A-3DA9-4A11-9DD9-6B5AF8DD1E32}" type="presOf" srcId="{B6D2EDFE-802F-4E0C-93BF-A0ED98D0E7F6}" destId="{32FF7B22-6423-4937-B02E-A59789120BA9}" srcOrd="1" destOrd="0" presId="urn:microsoft.com/office/officeart/2005/8/layout/orgChart1"/>
    <dgm:cxn modelId="{777BBB1E-A092-4BFA-A01E-15F297309BC0}" srcId="{A4AA5E78-2E83-4F60-8055-685BC550D62A}" destId="{A5734974-0BE2-4CD5-99FC-825F199813B3}" srcOrd="3" destOrd="0" parTransId="{8C2BF4B1-B6F2-4A77-97BB-A66B22F99EB5}" sibTransId="{EBB34965-3941-495F-8828-2B62F607CF25}"/>
    <dgm:cxn modelId="{75EEB51F-688A-4101-8FD7-61870043EC21}" type="presOf" srcId="{4224F16D-E4C0-4250-9EFA-7C747A39F793}" destId="{33BDA6D9-DC2C-4318-B5F5-6BC0E90EE1BF}" srcOrd="1" destOrd="0" presId="urn:microsoft.com/office/officeart/2005/8/layout/orgChart1"/>
    <dgm:cxn modelId="{672DF41F-2485-47C2-AC6A-429D6B742CA4}" type="presOf" srcId="{A4AA5E78-2E83-4F60-8055-685BC550D62A}" destId="{AD6FCBA5-107F-4E39-9D14-0F9C209CE42B}" srcOrd="0" destOrd="0" presId="urn:microsoft.com/office/officeart/2005/8/layout/orgChart1"/>
    <dgm:cxn modelId="{B36B9622-12BA-4A66-A592-25CFB7BAB026}" type="presOf" srcId="{8D362794-51A7-4CE6-994A-4BED6DDDD02F}" destId="{81296338-A6D9-4B44-A1AD-46A27B3F01A8}" srcOrd="1" destOrd="0" presId="urn:microsoft.com/office/officeart/2005/8/layout/orgChart1"/>
    <dgm:cxn modelId="{6A36E522-6199-4A24-85CB-7F85AA422640}" type="presOf" srcId="{C7CCA8F1-3F96-4E96-90F5-ECD1D2FEC15E}" destId="{4C531565-A2C7-41DC-87BC-5057A3499B96}" srcOrd="1" destOrd="0" presId="urn:microsoft.com/office/officeart/2005/8/layout/orgChart1"/>
    <dgm:cxn modelId="{A3248124-22D2-4180-8F9B-6FF9FBDD7450}" type="presOf" srcId="{334B7B4A-A0EC-4BE3-BD57-2D500CC655D9}" destId="{C30796C7-D7C4-4878-AB65-50CA96A8AD01}" srcOrd="0" destOrd="0" presId="urn:microsoft.com/office/officeart/2005/8/layout/orgChart1"/>
    <dgm:cxn modelId="{3CF74433-890B-428F-B358-5BCF09AC00AE}" type="presOf" srcId="{192579A5-D0C0-4988-A61F-D700CAF33C1A}" destId="{A0A5AC44-05D8-4ED1-B764-B9483CFC86FD}" srcOrd="0" destOrd="0" presId="urn:microsoft.com/office/officeart/2005/8/layout/orgChart1"/>
    <dgm:cxn modelId="{807EA633-E7DE-4E18-BA8E-0A3EAA0C411A}" srcId="{4224F16D-E4C0-4250-9EFA-7C747A39F793}" destId="{1E34E429-3B1C-474D-9623-B03C5A0898DC}" srcOrd="2" destOrd="0" parTransId="{4F7FBD52-D6A1-4338-9771-F2002E5F6B75}" sibTransId="{252ADE1E-C336-44E3-B1D6-1F82450F38D6}"/>
    <dgm:cxn modelId="{04C15435-C161-4B89-B68A-766FF58653FF}" srcId="{4224F16D-E4C0-4250-9EFA-7C747A39F793}" destId="{35B1A56A-297B-4326-8815-E7CCDD729A8D}" srcOrd="5" destOrd="0" parTransId="{4F079034-0A01-4BF7-A6C0-E37F7B442244}" sibTransId="{06AE8BEB-D9BA-4651-B908-BB7E024E3256}"/>
    <dgm:cxn modelId="{B318DE36-AADE-4ADE-8223-B4AD14724491}" type="presOf" srcId="{A5734974-0BE2-4CD5-99FC-825F199813B3}" destId="{2A67B270-8617-4E10-A375-0BE24D42FCDD}" srcOrd="1" destOrd="0" presId="urn:microsoft.com/office/officeart/2005/8/layout/orgChart1"/>
    <dgm:cxn modelId="{D9305C38-4639-4BF5-AD26-520BD71520CD}" type="presOf" srcId="{B6D2EDFE-802F-4E0C-93BF-A0ED98D0E7F6}" destId="{66591EBC-DAA4-4B50-99CE-1E8801ECC50E}" srcOrd="0" destOrd="0" presId="urn:microsoft.com/office/officeart/2005/8/layout/orgChart1"/>
    <dgm:cxn modelId="{BD463C39-1F2E-4A7D-A184-B07D199C6F4D}" type="presOf" srcId="{EBC44CF8-5592-46A1-B2EA-2306C7A7B9D8}" destId="{886D2F41-786F-4318-B212-1E2024B15B92}" srcOrd="0" destOrd="0" presId="urn:microsoft.com/office/officeart/2005/8/layout/orgChart1"/>
    <dgm:cxn modelId="{4C33633D-C9B9-4DF1-82C6-4779F205472A}" type="presOf" srcId="{9F45F503-4A73-489C-AE85-E10536341517}" destId="{3F2FD686-4B96-4E90-961D-3F8578F8C453}" srcOrd="0" destOrd="0" presId="urn:microsoft.com/office/officeart/2005/8/layout/orgChart1"/>
    <dgm:cxn modelId="{A2AC595E-6767-4D5D-BF63-62D7F25B2826}" type="presOf" srcId="{D125D46D-5803-498C-8210-A47012081385}" destId="{F0CECF85-B5C3-4F33-9B57-BF760E7F8936}" srcOrd="0" destOrd="0" presId="urn:microsoft.com/office/officeart/2005/8/layout/orgChart1"/>
    <dgm:cxn modelId="{A57D3A66-4A01-446F-871F-6B4D3AE133BC}" type="presOf" srcId="{3878C5AF-3488-462E-B12B-FB7AE2419769}" destId="{17F2FE89-923D-4F3C-99B5-26302345BAA2}" srcOrd="0" destOrd="0" presId="urn:microsoft.com/office/officeart/2005/8/layout/orgChart1"/>
    <dgm:cxn modelId="{60855966-EDB6-45D8-BCAB-0B8F216614F3}" type="presOf" srcId="{884C1984-A1DE-4153-AEE6-77E310F90212}" destId="{D52878E3-FA6D-4AC3-9526-36C011807DD0}" srcOrd="1" destOrd="0" presId="urn:microsoft.com/office/officeart/2005/8/layout/orgChart1"/>
    <dgm:cxn modelId="{2D83E846-9459-4F08-A643-3926E1150A30}" type="presOf" srcId="{789381F5-38E8-4D18-8E95-BD320E8E1B63}" destId="{69E5F15F-E15A-4801-AF72-822CCCE9AB1F}" srcOrd="1" destOrd="0" presId="urn:microsoft.com/office/officeart/2005/8/layout/orgChart1"/>
    <dgm:cxn modelId="{2D0F2247-A216-40B8-8D4C-D1B2BE8034F2}" srcId="{A4AA5E78-2E83-4F60-8055-685BC550D62A}" destId="{D125D46D-5803-498C-8210-A47012081385}" srcOrd="0" destOrd="0" parTransId="{ECBAC60C-C54E-43D5-B4DD-7D03D17F79BB}" sibTransId="{6C9F876D-C243-48CC-A6C6-3E603B596FCC}"/>
    <dgm:cxn modelId="{4914EA47-4013-421C-B000-D16DB0329E7F}" type="presOf" srcId="{03C281E7-DDB5-49A7-B1F9-898033612503}" destId="{284AAC9C-A343-418C-96D3-0EC938A08886}" srcOrd="0" destOrd="0" presId="urn:microsoft.com/office/officeart/2005/8/layout/orgChart1"/>
    <dgm:cxn modelId="{8BF51748-A769-4FB2-BEB1-D7DFBEC4E213}" type="presOf" srcId="{D379CC98-9369-4B4E-AFF9-DCF4FDEA7672}" destId="{95E33629-8A2C-4CAF-81CE-282569EE9D0C}" srcOrd="1" destOrd="0" presId="urn:microsoft.com/office/officeart/2005/8/layout/orgChart1"/>
    <dgm:cxn modelId="{0396DC69-4A34-4D03-ACB1-74F7AD813FC3}" type="presOf" srcId="{ECBAC60C-C54E-43D5-B4DD-7D03D17F79BB}" destId="{6A2A5E04-0027-4083-A33C-78B5179ABE16}" srcOrd="0" destOrd="0" presId="urn:microsoft.com/office/officeart/2005/8/layout/orgChart1"/>
    <dgm:cxn modelId="{5917184B-1580-49C7-85F5-E8AA55ED4AB4}" srcId="{633632CF-3971-4DAE-9D7B-30F94F90EF74}" destId="{45C564E4-40E9-40A3-9415-C70F26DC6101}" srcOrd="3" destOrd="0" parTransId="{89689489-F1A5-4E95-B0DB-755A3DA4438C}" sibTransId="{1A0A6A6E-A427-48F9-BAB2-EAFB47E7C44D}"/>
    <dgm:cxn modelId="{1DA8904C-8FB4-437B-A7D7-4035A1F013A3}" type="presOf" srcId="{D125D46D-5803-498C-8210-A47012081385}" destId="{3DD7B17A-EF6B-4271-8D1D-F6F44750BF7A}" srcOrd="1" destOrd="0" presId="urn:microsoft.com/office/officeart/2005/8/layout/orgChart1"/>
    <dgm:cxn modelId="{E6006B6D-1FA5-4923-AB45-E77CB3871ADC}" srcId="{BC0BE655-0F5F-495D-9A00-DAC06F460A34}" destId="{B6D2EDFE-802F-4E0C-93BF-A0ED98D0E7F6}" srcOrd="1" destOrd="0" parTransId="{47311D9D-83D8-4ACE-B991-1A0240300974}" sibTransId="{2B79E227-8857-4522-97AB-48E450018EF2}"/>
    <dgm:cxn modelId="{1207E84E-CE64-4D3E-97F5-94CC31972A16}" type="presOf" srcId="{9A4EFD8F-03F9-4ED5-B373-EE8E6CEF662D}" destId="{51AD8570-E912-4D3B-AC56-457AA1D5E4F8}" srcOrd="0" destOrd="0" presId="urn:microsoft.com/office/officeart/2005/8/layout/orgChart1"/>
    <dgm:cxn modelId="{1E357270-00A7-4E2E-A647-3AD775402E92}" type="presOf" srcId="{BC0BE655-0F5F-495D-9A00-DAC06F460A34}" destId="{09C6F1B5-B497-4EED-B053-BB14AB305045}" srcOrd="1" destOrd="0" presId="urn:microsoft.com/office/officeart/2005/8/layout/orgChart1"/>
    <dgm:cxn modelId="{A1B68570-27D6-4204-B03A-681D0761A9AC}" type="presOf" srcId="{1E34E429-3B1C-474D-9623-B03C5A0898DC}" destId="{A4AD4397-C90E-45FC-8C14-4EBF84B8DC03}" srcOrd="1" destOrd="0" presId="urn:microsoft.com/office/officeart/2005/8/layout/orgChart1"/>
    <dgm:cxn modelId="{817DC551-98AD-436F-B781-370CC2AD67CE}" type="presOf" srcId="{88CF5CEC-22C5-4BBA-8046-80EB3D1D5343}" destId="{1FFDA1A9-194B-48AB-A17E-DD23F9DA92B1}" srcOrd="0" destOrd="0" presId="urn:microsoft.com/office/officeart/2005/8/layout/orgChart1"/>
    <dgm:cxn modelId="{160EEC72-9932-4590-BF7C-9F4BA6F3FBBC}" type="presOf" srcId="{4E44B729-4FD2-400E-8B90-BD1D868B0915}" destId="{B02A68B2-BD1F-469F-95C3-E963CE3879AA}" srcOrd="0" destOrd="0" presId="urn:microsoft.com/office/officeart/2005/8/layout/orgChart1"/>
    <dgm:cxn modelId="{CF805953-0FE1-4999-A79B-CB786F007E14}" type="presOf" srcId="{D64FE767-F5E9-4BFB-BD3F-EF4B418AB559}" destId="{2CEE59DD-550B-4A18-A1AD-9EB62E296F19}" srcOrd="0" destOrd="0" presId="urn:microsoft.com/office/officeart/2005/8/layout/orgChart1"/>
    <dgm:cxn modelId="{AD9FC974-0CB8-484C-ADD0-1966CE922054}" type="presOf" srcId="{3C498F2D-6E89-4945-84AB-C0166F5E6B66}" destId="{C0B8E8F5-5261-4BB8-8351-F41EEE304B89}" srcOrd="0" destOrd="0" presId="urn:microsoft.com/office/officeart/2005/8/layout/orgChart1"/>
    <dgm:cxn modelId="{D17EF076-3D86-4052-BA2A-AEE023ACA767}" type="presOf" srcId="{45C564E4-40E9-40A3-9415-C70F26DC6101}" destId="{1E9329F2-5F8B-411F-AFB1-645736719AD2}" srcOrd="0" destOrd="0" presId="urn:microsoft.com/office/officeart/2005/8/layout/orgChart1"/>
    <dgm:cxn modelId="{41816977-1DA4-433B-9F43-6E2D4831C40D}" type="presOf" srcId="{B3FB488A-56A7-4EA8-BCA2-4C93732FA7FC}" destId="{C993D4B0-B573-42C4-A863-AB15C8D0AC83}" srcOrd="1" destOrd="0" presId="urn:microsoft.com/office/officeart/2005/8/layout/orgChart1"/>
    <dgm:cxn modelId="{318CF477-C115-4634-B15C-31A2DD787EBE}" type="presOf" srcId="{4F7FBD52-D6A1-4338-9771-F2002E5F6B75}" destId="{76F73F54-7CB1-4ACE-9038-DE46166D4079}" srcOrd="0" destOrd="0" presId="urn:microsoft.com/office/officeart/2005/8/layout/orgChart1"/>
    <dgm:cxn modelId="{19E88178-331F-4528-A981-DAB5A86F8459}" type="presOf" srcId="{3D084AE4-D05E-494C-B4E3-F39A1D52C591}" destId="{D822EDDF-D7BE-4830-8BE1-464128AA5270}" srcOrd="0" destOrd="0" presId="urn:microsoft.com/office/officeart/2005/8/layout/orgChart1"/>
    <dgm:cxn modelId="{233FDA79-2652-40B2-9A95-3363CF9CC73F}" type="presOf" srcId="{F35C074E-D97A-4488-BCC5-DD2EC3E4159B}" destId="{2560D3C0-49B9-4733-B1A3-1F04E90C7D41}" srcOrd="0" destOrd="0" presId="urn:microsoft.com/office/officeart/2005/8/layout/orgChart1"/>
    <dgm:cxn modelId="{7BA4C67A-1DBC-42FC-96E4-2397C651A84A}" type="presOf" srcId="{B088BEBF-AE62-4103-8EC7-80EA85259D7F}" destId="{5EC49BDC-1198-492C-A48D-927DDAE0DB7E}" srcOrd="0" destOrd="0" presId="urn:microsoft.com/office/officeart/2005/8/layout/orgChart1"/>
    <dgm:cxn modelId="{13487F7B-8DC2-4BD8-BBCA-081021E23F87}" srcId="{35B1A56A-297B-4326-8815-E7CCDD729A8D}" destId="{3D084AE4-D05E-494C-B4E3-F39A1D52C591}" srcOrd="1" destOrd="0" parTransId="{32518531-7CC5-462C-AFF4-DB44ACB99C69}" sibTransId="{BA990C9E-6FD3-4A41-BBB1-5006A9BE99DF}"/>
    <dgm:cxn modelId="{5874247F-2422-4E47-8E05-B8808B53F5C9}" srcId="{4224F16D-E4C0-4250-9EFA-7C747A39F793}" destId="{BC0BE655-0F5F-495D-9A00-DAC06F460A34}" srcOrd="3" destOrd="0" parTransId="{334B7B4A-A0EC-4BE3-BD57-2D500CC655D9}" sibTransId="{B44FBCDD-38D0-4763-9095-FA316015ED4F}"/>
    <dgm:cxn modelId="{EB8E2C80-26ED-4FD7-B160-063A61A8DBC3}" type="presOf" srcId="{6EDA1C38-4764-4423-8060-5ED8CCC0F01A}" destId="{4A297940-E560-43F1-B899-D90CAFEFF9F9}" srcOrd="0" destOrd="0" presId="urn:microsoft.com/office/officeart/2005/8/layout/orgChart1"/>
    <dgm:cxn modelId="{BC8E6780-3FC5-4C5B-B5F0-A3B95D6AD797}" srcId="{4224F16D-E4C0-4250-9EFA-7C747A39F793}" destId="{633632CF-3971-4DAE-9D7B-30F94F90EF74}" srcOrd="0" destOrd="0" parTransId="{5BA73491-6D8F-4D54-8C22-ED9718E8C773}" sibTransId="{D3D2AE8F-62FA-4DE6-9400-38E384816E25}"/>
    <dgm:cxn modelId="{6AB21581-8711-4AFC-BD3C-90B4265962DD}" type="presOf" srcId="{E252E372-499C-4A2A-9F73-A5A42CA6D3ED}" destId="{16F40902-B653-4C40-B079-EF437F4745FD}" srcOrd="0" destOrd="0" presId="urn:microsoft.com/office/officeart/2005/8/layout/orgChart1"/>
    <dgm:cxn modelId="{C5C49083-7E1B-4BBE-8832-1F0D617DCC14}" type="presOf" srcId="{8D362794-51A7-4CE6-994A-4BED6DDDD02F}" destId="{9793A294-0BA3-43F6-851A-3E2D432D442C}" srcOrd="0" destOrd="0" presId="urn:microsoft.com/office/officeart/2005/8/layout/orgChart1"/>
    <dgm:cxn modelId="{FBCEA085-B1F7-418B-B0ED-F6B868134CEF}" type="presOf" srcId="{F35C074E-D97A-4488-BCC5-DD2EC3E4159B}" destId="{26D402BA-D5F0-485D-A419-0325DD84E60A}" srcOrd="1" destOrd="0" presId="urn:microsoft.com/office/officeart/2005/8/layout/orgChart1"/>
    <dgm:cxn modelId="{008BB388-954D-4637-9093-4092B7A316C1}" type="presOf" srcId="{B3FB488A-56A7-4EA8-BCA2-4C93732FA7FC}" destId="{FE72D7D6-90BC-428A-9F13-437DFEDD1E5A}" srcOrd="0" destOrd="0" presId="urn:microsoft.com/office/officeart/2005/8/layout/orgChart1"/>
    <dgm:cxn modelId="{26EE6089-67EB-4E8F-A947-12A5DC5DFF7C}" srcId="{633632CF-3971-4DAE-9D7B-30F94F90EF74}" destId="{884C1984-A1DE-4153-AEE6-77E310F90212}" srcOrd="2" destOrd="0" parTransId="{9F45F503-4A73-489C-AE85-E10536341517}" sibTransId="{E7AE3888-5294-4112-B3E9-C4445FFEE8F7}"/>
    <dgm:cxn modelId="{50F60C8B-23EB-450B-BD68-60C2AD72238A}" srcId="{BC0BE655-0F5F-495D-9A00-DAC06F460A34}" destId="{F35C074E-D97A-4488-BCC5-DD2EC3E4159B}" srcOrd="2" destOrd="0" parTransId="{4E44B729-4FD2-400E-8B90-BD1D868B0915}" sibTransId="{4BEFC5DD-50E1-4FBC-8871-071A9976849E}"/>
    <dgm:cxn modelId="{315CDB8C-47F4-4F3F-A86C-20D91D5D9E1F}" type="presOf" srcId="{3FB1CA0A-1F40-4061-847C-0A288031E770}" destId="{22E848BE-DFC7-4FA1-AC09-B7BDD0E2921C}" srcOrd="1" destOrd="0" presId="urn:microsoft.com/office/officeart/2005/8/layout/orgChart1"/>
    <dgm:cxn modelId="{EB42728E-CA4E-49D5-867D-D84234DBF46C}" type="presOf" srcId="{9C26E6AD-47AB-46A2-B2EA-EF1F57DFDC1B}" destId="{62F09096-4F77-4DE7-A555-8295D0B932D8}" srcOrd="1" destOrd="0" presId="urn:microsoft.com/office/officeart/2005/8/layout/orgChart1"/>
    <dgm:cxn modelId="{396F8493-FD28-41DB-B26E-EDC61B59B918}" srcId="{A4AA5E78-2E83-4F60-8055-685BC550D62A}" destId="{69E7C492-A0CD-449E-9C33-4CAE3655DFB0}" srcOrd="4" destOrd="0" parTransId="{E252E372-499C-4A2A-9F73-A5A42CA6D3ED}" sibTransId="{2900A165-48FB-4ECC-881B-369CF6B53168}"/>
    <dgm:cxn modelId="{7BFF7D9D-BA04-4420-B1F7-E69CC4FD6E93}" srcId="{D379CC98-9369-4B4E-AFF9-DCF4FDEA7672}" destId="{C7CCA8F1-3F96-4E96-90F5-ECD1D2FEC15E}" srcOrd="0" destOrd="0" parTransId="{3878C5AF-3488-462E-B12B-FB7AE2419769}" sibTransId="{62AECA73-9CA6-4492-A1EF-A28A6C22754E}"/>
    <dgm:cxn modelId="{2F9AEF9F-ED08-409E-B744-C13805C705AF}" srcId="{633632CF-3971-4DAE-9D7B-30F94F90EF74}" destId="{8D362794-51A7-4CE6-994A-4BED6DDDD02F}" srcOrd="5" destOrd="0" parTransId="{0B55604C-08DB-49D8-95D1-C5D051A8B65C}" sibTransId="{33492943-4029-4ACD-8885-54F69BC3DBA4}"/>
    <dgm:cxn modelId="{179846A6-0505-49AA-882A-E76B5B7704E4}" type="presOf" srcId="{3FB1CA0A-1F40-4061-847C-0A288031E770}" destId="{55DA1A5A-12A0-4BB0-A1B2-14D807FF6FD8}" srcOrd="0" destOrd="0" presId="urn:microsoft.com/office/officeart/2005/8/layout/orgChart1"/>
    <dgm:cxn modelId="{1E8354A9-AECF-4763-9F12-99111F96043E}" type="presOf" srcId="{743610C1-9835-4646-A186-61AF59C69A49}" destId="{70190753-20EF-468A-AF58-9CECB07CAC07}" srcOrd="0" destOrd="0" presId="urn:microsoft.com/office/officeart/2005/8/layout/orgChart1"/>
    <dgm:cxn modelId="{876981AD-75BF-4375-8BD3-A0DA1E9791A0}" srcId="{A4AA5E78-2E83-4F60-8055-685BC550D62A}" destId="{789381F5-38E8-4D18-8E95-BD320E8E1B63}" srcOrd="1" destOrd="0" parTransId="{9A4EFD8F-03F9-4ED5-B373-EE8E6CEF662D}" sibTransId="{3D2EC0CF-B602-45D2-9AD5-1644DD271D0F}"/>
    <dgm:cxn modelId="{77707CB0-0837-48F5-B88F-86797C29FE11}" type="presOf" srcId="{4F079034-0A01-4BF7-A6C0-E37F7B442244}" destId="{A34E8E39-F97B-4FAC-A009-AC9A2E8FD6EA}" srcOrd="0" destOrd="0" presId="urn:microsoft.com/office/officeart/2005/8/layout/orgChart1"/>
    <dgm:cxn modelId="{D45322B1-D8F7-48A6-BB1A-D7A727E56D85}" type="presOf" srcId="{A5734974-0BE2-4CD5-99FC-825F199813B3}" destId="{7A48EC60-51F3-4E67-AB7D-07B29B70C60D}" srcOrd="0" destOrd="0" presId="urn:microsoft.com/office/officeart/2005/8/layout/orgChart1"/>
    <dgm:cxn modelId="{D047D4B2-CC89-4846-B074-D4194E41F232}" type="presOf" srcId="{743610C1-9835-4646-A186-61AF59C69A49}" destId="{8E822BBC-7809-41B0-93E1-6B60FE855730}" srcOrd="1" destOrd="0" presId="urn:microsoft.com/office/officeart/2005/8/layout/orgChart1"/>
    <dgm:cxn modelId="{510FDFB4-2A9D-482D-A30D-DF1B935BB5DB}" type="presOf" srcId="{9C26E6AD-47AB-46A2-B2EA-EF1F57DFDC1B}" destId="{B7050186-4FB5-4A46-BFA1-81A4CAF3AC74}" srcOrd="0" destOrd="0" presId="urn:microsoft.com/office/officeart/2005/8/layout/orgChart1"/>
    <dgm:cxn modelId="{82610AB9-792C-48E5-BA4C-C0F1D9136180}" type="presOf" srcId="{03C281E7-DDB5-49A7-B1F9-898033612503}" destId="{4163C214-E3A8-408D-B910-AB7E3A3BCE64}" srcOrd="1" destOrd="0" presId="urn:microsoft.com/office/officeart/2005/8/layout/orgChart1"/>
    <dgm:cxn modelId="{F98607BB-FCE2-4D66-9362-2D3214635102}" srcId="{4224F16D-E4C0-4250-9EFA-7C747A39F793}" destId="{D379CC98-9369-4B4E-AFF9-DCF4FDEA7672}" srcOrd="4" destOrd="0" parTransId="{3C498F2D-6E89-4945-84AB-C0166F5E6B66}" sibTransId="{D8D87258-3AAC-4040-AA74-C678A2F6A4B8}"/>
    <dgm:cxn modelId="{091B0CBC-D856-4E1D-8C45-062DEC870216}" type="presOf" srcId="{69E7C492-A0CD-449E-9C33-4CAE3655DFB0}" destId="{C25DE249-8875-4463-85D3-99FDECF1277F}" srcOrd="0" destOrd="0" presId="urn:microsoft.com/office/officeart/2005/8/layout/orgChart1"/>
    <dgm:cxn modelId="{5EEADFBC-C870-45B3-9D94-899E557090E5}" type="presOf" srcId="{45C564E4-40E9-40A3-9415-C70F26DC6101}" destId="{586060CF-C56A-4A3B-A3B5-612A425EBD0A}" srcOrd="1" destOrd="0" presId="urn:microsoft.com/office/officeart/2005/8/layout/orgChart1"/>
    <dgm:cxn modelId="{278D86BD-DD72-4BE8-B251-CC7ACEE349AC}" srcId="{4224F16D-E4C0-4250-9EFA-7C747A39F793}" destId="{A4AA5E78-2E83-4F60-8055-685BC550D62A}" srcOrd="1" destOrd="0" parTransId="{88CF5CEC-22C5-4BBA-8046-80EB3D1D5343}" sibTransId="{240E04B3-7F9A-4CAC-AA69-24A02A09EAF4}"/>
    <dgm:cxn modelId="{7E9A02C0-0A17-4DD1-B21E-21FA46ADD57B}" type="presOf" srcId="{633632CF-3971-4DAE-9D7B-30F94F90EF74}" destId="{316149DD-4A20-479B-BCF0-4A4887F9049D}" srcOrd="0" destOrd="0" presId="urn:microsoft.com/office/officeart/2005/8/layout/orgChart1"/>
    <dgm:cxn modelId="{4F9504C0-B05C-4C72-B5D5-1F08C15C9A2C}" type="presOf" srcId="{35B1A56A-297B-4326-8815-E7CCDD729A8D}" destId="{4DD3E079-E659-4CAA-8BD1-A49E007B995A}" srcOrd="0" destOrd="0" presId="urn:microsoft.com/office/officeart/2005/8/layout/orgChart1"/>
    <dgm:cxn modelId="{AE7A91CA-B268-4D9A-BE99-2E9A3F543F4D}" type="presOf" srcId="{0B55604C-08DB-49D8-95D1-C5D051A8B65C}" destId="{9FBDAC58-D7BD-46EE-BAED-22A50B73501E}" srcOrd="0" destOrd="0" presId="urn:microsoft.com/office/officeart/2005/8/layout/orgChart1"/>
    <dgm:cxn modelId="{7DB685CB-D141-43A2-9C0B-CA8F8BEAA0D7}" type="presOf" srcId="{AD1672D5-A022-4166-B47C-FDADE706D3DF}" destId="{DB7F34E6-B5A3-4846-A04C-EBACBE647391}" srcOrd="0" destOrd="0" presId="urn:microsoft.com/office/officeart/2005/8/layout/orgChart1"/>
    <dgm:cxn modelId="{680776CC-FFF3-4FA1-BD99-D875DFD2CE50}" type="presOf" srcId="{1E34E429-3B1C-474D-9623-B03C5A0898DC}" destId="{ECF10C6A-7C39-40A8-BEE0-63935E4B7D7A}" srcOrd="0" destOrd="0" presId="urn:microsoft.com/office/officeart/2005/8/layout/orgChart1"/>
    <dgm:cxn modelId="{2E22C0CC-4FF6-45DF-8A61-EAE98A2CBCFB}" type="presOf" srcId="{97117355-84E6-4A4D-BFA7-120FDBB4E866}" destId="{1626811E-630B-4776-B269-D80AA91087E5}" srcOrd="0" destOrd="0" presId="urn:microsoft.com/office/officeart/2005/8/layout/orgChart1"/>
    <dgm:cxn modelId="{1DEA5DCE-1D0D-4961-B2D4-0D163670736B}" type="presOf" srcId="{F53F0496-01AD-40B1-BEC5-C28B736DB0ED}" destId="{CB856E3A-DE53-4164-B59D-0EDECD8DA8C4}" srcOrd="1" destOrd="0" presId="urn:microsoft.com/office/officeart/2005/8/layout/orgChart1"/>
    <dgm:cxn modelId="{363AD1CE-BBC0-4893-B684-85B8D635FD2B}" type="presOf" srcId="{89689489-F1A5-4E95-B0DB-755A3DA4438C}" destId="{A4BB7E4F-FCC3-4EC9-BAE8-703F3D86DC4F}" srcOrd="0" destOrd="0" presId="urn:microsoft.com/office/officeart/2005/8/layout/orgChart1"/>
    <dgm:cxn modelId="{F2DF25CF-E234-4694-9020-0531F3A42D4A}" srcId="{EBC44CF8-5592-46A1-B2EA-2306C7A7B9D8}" destId="{4224F16D-E4C0-4250-9EFA-7C747A39F793}" srcOrd="0" destOrd="0" parTransId="{4764781C-0A7E-437D-A5A3-7FE315335671}" sibTransId="{2E392CA9-FC57-4CCD-9FAE-221D640476DC}"/>
    <dgm:cxn modelId="{AF041FD0-3A73-4C17-BEDC-5F618B20D169}" type="presOf" srcId="{633632CF-3971-4DAE-9D7B-30F94F90EF74}" destId="{6F32CBB0-2A11-45F0-8023-5D2196D052D7}" srcOrd="1" destOrd="0" presId="urn:microsoft.com/office/officeart/2005/8/layout/orgChart1"/>
    <dgm:cxn modelId="{E6A46FD0-E9F5-484D-B391-4EE17FB9A4DA}" type="presOf" srcId="{884C1984-A1DE-4153-AEE6-77E310F90212}" destId="{C2BE18C1-5CCE-47C6-8255-2BEA16B15BB7}" srcOrd="0" destOrd="0" presId="urn:microsoft.com/office/officeart/2005/8/layout/orgChart1"/>
    <dgm:cxn modelId="{686614D3-3F68-4AF5-8C6F-7F0DD2EAC9EF}" type="presOf" srcId="{32518531-7CC5-462C-AFF4-DB44ACB99C69}" destId="{0B257208-B03D-4873-BD72-64C0BFE7BB80}" srcOrd="0" destOrd="0" presId="urn:microsoft.com/office/officeart/2005/8/layout/orgChart1"/>
    <dgm:cxn modelId="{855447D3-0470-456E-A086-EF3C698507D2}" type="presOf" srcId="{A4AA5E78-2E83-4F60-8055-685BC550D62A}" destId="{583C3239-7A9A-4405-808D-357500F0A444}" srcOrd="1" destOrd="0" presId="urn:microsoft.com/office/officeart/2005/8/layout/orgChart1"/>
    <dgm:cxn modelId="{19AB12D5-191F-4D42-84DE-4F0B5F501851}" srcId="{A4AA5E78-2E83-4F60-8055-685BC550D62A}" destId="{F53F0496-01AD-40B1-BEC5-C28B736DB0ED}" srcOrd="2" destOrd="0" parTransId="{D64FE767-F5E9-4BFB-BD3F-EF4B418AB559}" sibTransId="{75047260-0C40-4E21-ACA0-4A586AC16CDB}"/>
    <dgm:cxn modelId="{FDBC06D6-9CA8-424C-9F84-6FDD5C1247DE}" type="presOf" srcId="{789381F5-38E8-4D18-8E95-BD320E8E1B63}" destId="{AFDD2A41-0AC4-4DD3-BF5A-FAA889D200B5}" srcOrd="0" destOrd="0" presId="urn:microsoft.com/office/officeart/2005/8/layout/orgChart1"/>
    <dgm:cxn modelId="{8D4573D6-32B3-4524-A2F8-0187C0AF69FC}" type="presOf" srcId="{69E7C492-A0CD-449E-9C33-4CAE3655DFB0}" destId="{3FFAADE9-1B70-4295-83E7-8D1E478522F6}" srcOrd="1" destOrd="0" presId="urn:microsoft.com/office/officeart/2005/8/layout/orgChart1"/>
    <dgm:cxn modelId="{CBEFB2DD-33F6-44B1-8802-832A25F954D6}" type="presOf" srcId="{F77BA94F-5F5A-4244-B671-7D147C089B9A}" destId="{712FB5CE-CA05-43F6-82C8-E8310F63E86A}" srcOrd="0" destOrd="0" presId="urn:microsoft.com/office/officeart/2005/8/layout/orgChart1"/>
    <dgm:cxn modelId="{DA6CC2DE-5895-49F4-8C3B-18BBC9DC015D}" type="presOf" srcId="{47311D9D-83D8-4ACE-B991-1A0240300974}" destId="{42CC8CFF-2ACE-4287-8A38-FE0B19AB0E8A}" srcOrd="0" destOrd="0" presId="urn:microsoft.com/office/officeart/2005/8/layout/orgChart1"/>
    <dgm:cxn modelId="{DCDC42E0-2098-4014-A54E-83C523458E4F}" type="presOf" srcId="{35B1A56A-297B-4326-8815-E7CCDD729A8D}" destId="{D9E03D1D-3156-453F-9BB7-DA2043496990}" srcOrd="1" destOrd="0" presId="urn:microsoft.com/office/officeart/2005/8/layout/orgChart1"/>
    <dgm:cxn modelId="{7C107DE4-9BF6-4546-92F3-5F2B2D3F9995}" srcId="{633632CF-3971-4DAE-9D7B-30F94F90EF74}" destId="{B3FB488A-56A7-4EA8-BCA2-4C93732FA7FC}" srcOrd="1" destOrd="0" parTransId="{97117355-84E6-4A4D-BFA7-120FDBB4E866}" sibTransId="{F6FEBA50-1639-47B5-8AE9-FDCF9C71F566}"/>
    <dgm:cxn modelId="{EE8F14E8-23AD-46BF-8DB9-EB490DF860F0}" srcId="{BC0BE655-0F5F-495D-9A00-DAC06F460A34}" destId="{743610C1-9835-4646-A186-61AF59C69A49}" srcOrd="0" destOrd="0" parTransId="{6EDA1C38-4764-4423-8060-5ED8CCC0F01A}" sibTransId="{13176DFB-8060-426F-95B7-3C1710C0F4B6}"/>
    <dgm:cxn modelId="{07A363E9-142B-4BF9-99D4-1E710F5C6525}" type="presOf" srcId="{C7CCA8F1-3F96-4E96-90F5-ECD1D2FEC15E}" destId="{12560C36-BCE1-4E78-ABEE-409BD084B9EA}" srcOrd="0" destOrd="0" presId="urn:microsoft.com/office/officeart/2005/8/layout/orgChart1"/>
    <dgm:cxn modelId="{E78833F4-9061-4AA8-9C01-1DFB34C22149}" type="presOf" srcId="{F027E8DD-E0AE-4EA9-87D6-E322B12D7AB2}" destId="{C35B8903-3443-499B-86F0-E2540D049C8F}" srcOrd="0" destOrd="0" presId="urn:microsoft.com/office/officeart/2005/8/layout/orgChart1"/>
    <dgm:cxn modelId="{552670F5-43E1-4052-AF87-79C05CF696AE}" type="presOf" srcId="{8DC9798A-47C2-4F1F-B828-299329938384}" destId="{E0B4E239-EA6D-4AB8-BFBD-3C844A00FCCC}" srcOrd="0" destOrd="0" presId="urn:microsoft.com/office/officeart/2005/8/layout/orgChart1"/>
    <dgm:cxn modelId="{C597DFF7-E73C-4343-873C-9826973F7B99}" type="presOf" srcId="{A14220CC-E46E-4BB5-A14B-0F59CA674199}" destId="{0B44B6FA-92BD-4B30-B532-624F03EFA2BF}" srcOrd="0" destOrd="0" presId="urn:microsoft.com/office/officeart/2005/8/layout/orgChart1"/>
    <dgm:cxn modelId="{6A5CBFFB-B0F0-48B9-A1DC-BA7FECFF5F71}" type="presOf" srcId="{8C2BF4B1-B6F2-4A77-97BB-A66B22F99EB5}" destId="{83EBAFE2-1374-43BD-84BD-A23B5ABD6892}" srcOrd="0" destOrd="0" presId="urn:microsoft.com/office/officeart/2005/8/layout/orgChart1"/>
    <dgm:cxn modelId="{25C3FAFB-EF76-4941-9547-4C0F328A9926}" srcId="{633632CF-3971-4DAE-9D7B-30F94F90EF74}" destId="{3FB1CA0A-1F40-4061-847C-0A288031E770}" srcOrd="4" destOrd="0" parTransId="{F027E8DD-E0AE-4EA9-87D6-E322B12D7AB2}" sibTransId="{25DC9335-FEEC-460D-97A6-F2B52236320D}"/>
    <dgm:cxn modelId="{0D6EF1FC-01CD-4424-802C-3A6FE2AB21FC}" type="presOf" srcId="{5BA73491-6D8F-4D54-8C22-ED9718E8C773}" destId="{00B09104-B5E2-4D1F-9BEE-CACA494E029F}" srcOrd="0" destOrd="0" presId="urn:microsoft.com/office/officeart/2005/8/layout/orgChart1"/>
    <dgm:cxn modelId="{0E4ECEFD-CBFA-4265-8A81-338D1577DFC9}" type="presOf" srcId="{BC0BE655-0F5F-495D-9A00-DAC06F460A34}" destId="{4EA816CB-6AB7-4D30-91D2-E19223664521}" srcOrd="0" destOrd="0" presId="urn:microsoft.com/office/officeart/2005/8/layout/orgChart1"/>
    <dgm:cxn modelId="{03DFE3FF-FA26-40CC-9B65-624CC6B53608}" srcId="{1E34E429-3B1C-474D-9623-B03C5A0898DC}" destId="{A14220CC-E46E-4BB5-A14B-0F59CA674199}" srcOrd="0" destOrd="0" parTransId="{B088BEBF-AE62-4103-8EC7-80EA85259D7F}" sibTransId="{3D14F5B7-8E45-416A-A422-19F15DB604C5}"/>
    <dgm:cxn modelId="{AEE2209C-5D5A-4BEA-8013-821C36724DA5}" type="presParOf" srcId="{886D2F41-786F-4318-B212-1E2024B15B92}" destId="{545F85D4-67AA-47E0-A140-513A42EFBDC6}" srcOrd="0" destOrd="0" presId="urn:microsoft.com/office/officeart/2005/8/layout/orgChart1"/>
    <dgm:cxn modelId="{3B54FC47-58D9-47F6-9A28-1CE90C6C8DD9}" type="presParOf" srcId="{545F85D4-67AA-47E0-A140-513A42EFBDC6}" destId="{D103BD23-C52E-43FB-B1A0-12FE9F1645D2}" srcOrd="0" destOrd="0" presId="urn:microsoft.com/office/officeart/2005/8/layout/orgChart1"/>
    <dgm:cxn modelId="{ECE3A6E0-1C4E-42CA-856B-91B9441247A7}" type="presParOf" srcId="{D103BD23-C52E-43FB-B1A0-12FE9F1645D2}" destId="{241526F4-D093-4E9D-BAED-0695FD37EEE8}" srcOrd="0" destOrd="0" presId="urn:microsoft.com/office/officeart/2005/8/layout/orgChart1"/>
    <dgm:cxn modelId="{7AFB33DA-E8F5-4F91-8717-4662E8CCCD6F}" type="presParOf" srcId="{D103BD23-C52E-43FB-B1A0-12FE9F1645D2}" destId="{33BDA6D9-DC2C-4318-B5F5-6BC0E90EE1BF}" srcOrd="1" destOrd="0" presId="urn:microsoft.com/office/officeart/2005/8/layout/orgChart1"/>
    <dgm:cxn modelId="{84C2635E-979A-42F9-8A9B-F814EA503019}" type="presParOf" srcId="{545F85D4-67AA-47E0-A140-513A42EFBDC6}" destId="{36F88AE2-1502-4FB0-8D52-E293D086CAD7}" srcOrd="1" destOrd="0" presId="urn:microsoft.com/office/officeart/2005/8/layout/orgChart1"/>
    <dgm:cxn modelId="{0DD158CE-1823-4C30-B70A-326B88F7B93D}" type="presParOf" srcId="{36F88AE2-1502-4FB0-8D52-E293D086CAD7}" destId="{00B09104-B5E2-4D1F-9BEE-CACA494E029F}" srcOrd="0" destOrd="0" presId="urn:microsoft.com/office/officeart/2005/8/layout/orgChart1"/>
    <dgm:cxn modelId="{0AF0407D-FDFA-4C3A-BCD8-5D8DCD3B79FC}" type="presParOf" srcId="{36F88AE2-1502-4FB0-8D52-E293D086CAD7}" destId="{BA149A03-F73F-4AA7-AD37-E5698B8F6BFC}" srcOrd="1" destOrd="0" presId="urn:microsoft.com/office/officeart/2005/8/layout/orgChart1"/>
    <dgm:cxn modelId="{D7E1C8AB-50D3-47CA-985F-274DBC4ED407}" type="presParOf" srcId="{BA149A03-F73F-4AA7-AD37-E5698B8F6BFC}" destId="{142ABBC2-9ED0-40FD-8E81-AA6A7DD4CF1B}" srcOrd="0" destOrd="0" presId="urn:microsoft.com/office/officeart/2005/8/layout/orgChart1"/>
    <dgm:cxn modelId="{2933A3FE-9F16-43BB-9718-3BD73F9D756C}" type="presParOf" srcId="{142ABBC2-9ED0-40FD-8E81-AA6A7DD4CF1B}" destId="{316149DD-4A20-479B-BCF0-4A4887F9049D}" srcOrd="0" destOrd="0" presId="urn:microsoft.com/office/officeart/2005/8/layout/orgChart1"/>
    <dgm:cxn modelId="{2C9098BF-F572-46E7-9D9A-881AF422F3F7}" type="presParOf" srcId="{142ABBC2-9ED0-40FD-8E81-AA6A7DD4CF1B}" destId="{6F32CBB0-2A11-45F0-8023-5D2196D052D7}" srcOrd="1" destOrd="0" presId="urn:microsoft.com/office/officeart/2005/8/layout/orgChart1"/>
    <dgm:cxn modelId="{4DCD583D-E9E1-4C61-BC8C-CB7AB0E9763C}" type="presParOf" srcId="{BA149A03-F73F-4AA7-AD37-E5698B8F6BFC}" destId="{D6C33E95-60B8-4147-92BB-08CEBB19D089}" srcOrd="1" destOrd="0" presId="urn:microsoft.com/office/officeart/2005/8/layout/orgChart1"/>
    <dgm:cxn modelId="{2E2259AB-DFF9-462E-AD89-831C0AB030F6}" type="presParOf" srcId="{D6C33E95-60B8-4147-92BB-08CEBB19D089}" destId="{712FB5CE-CA05-43F6-82C8-E8310F63E86A}" srcOrd="0" destOrd="0" presId="urn:microsoft.com/office/officeart/2005/8/layout/orgChart1"/>
    <dgm:cxn modelId="{5237D2EE-FED7-40BD-BED3-FDBE61118883}" type="presParOf" srcId="{D6C33E95-60B8-4147-92BB-08CEBB19D089}" destId="{CCC6A562-BD99-40AF-BD66-C86AE2C38048}" srcOrd="1" destOrd="0" presId="urn:microsoft.com/office/officeart/2005/8/layout/orgChart1"/>
    <dgm:cxn modelId="{4272AA8F-492E-4553-B812-3A92EE0E0449}" type="presParOf" srcId="{CCC6A562-BD99-40AF-BD66-C86AE2C38048}" destId="{E767134E-7638-4900-A177-CD9D77276893}" srcOrd="0" destOrd="0" presId="urn:microsoft.com/office/officeart/2005/8/layout/orgChart1"/>
    <dgm:cxn modelId="{637C255C-21AE-4853-8C10-F7CC3E07FDB2}" type="presParOf" srcId="{E767134E-7638-4900-A177-CD9D77276893}" destId="{B7050186-4FB5-4A46-BFA1-81A4CAF3AC74}" srcOrd="0" destOrd="0" presId="urn:microsoft.com/office/officeart/2005/8/layout/orgChart1"/>
    <dgm:cxn modelId="{C0DD0D5F-198C-487C-8CA7-CF9D8C1575CB}" type="presParOf" srcId="{E767134E-7638-4900-A177-CD9D77276893}" destId="{62F09096-4F77-4DE7-A555-8295D0B932D8}" srcOrd="1" destOrd="0" presId="urn:microsoft.com/office/officeart/2005/8/layout/orgChart1"/>
    <dgm:cxn modelId="{6C87316B-EF3E-4FC5-8037-43A60F455008}" type="presParOf" srcId="{CCC6A562-BD99-40AF-BD66-C86AE2C38048}" destId="{057E8616-57D7-4D07-9870-92B2E038A22C}" srcOrd="1" destOrd="0" presId="urn:microsoft.com/office/officeart/2005/8/layout/orgChart1"/>
    <dgm:cxn modelId="{DCA276F0-D4A1-4893-B085-C25E3D06A37A}" type="presParOf" srcId="{CCC6A562-BD99-40AF-BD66-C86AE2C38048}" destId="{6A27063C-A5A4-4D82-A750-A8CE64CE715F}" srcOrd="2" destOrd="0" presId="urn:microsoft.com/office/officeart/2005/8/layout/orgChart1"/>
    <dgm:cxn modelId="{6A95261D-9DC2-47F7-9025-F089D529D43B}" type="presParOf" srcId="{D6C33E95-60B8-4147-92BB-08CEBB19D089}" destId="{1626811E-630B-4776-B269-D80AA91087E5}" srcOrd="2" destOrd="0" presId="urn:microsoft.com/office/officeart/2005/8/layout/orgChart1"/>
    <dgm:cxn modelId="{7609ADC0-58D1-4900-96F9-DAD252FB96BB}" type="presParOf" srcId="{D6C33E95-60B8-4147-92BB-08CEBB19D089}" destId="{6988A93A-7A65-402A-9BB0-4F4FEFF6F2D8}" srcOrd="3" destOrd="0" presId="urn:microsoft.com/office/officeart/2005/8/layout/orgChart1"/>
    <dgm:cxn modelId="{9C9ACD74-61EC-4965-9F85-14F2AEE7F050}" type="presParOf" srcId="{6988A93A-7A65-402A-9BB0-4F4FEFF6F2D8}" destId="{1C3E9D2E-450E-49C9-BCFF-BC3366FBC979}" srcOrd="0" destOrd="0" presId="urn:microsoft.com/office/officeart/2005/8/layout/orgChart1"/>
    <dgm:cxn modelId="{CCEEFE60-27E9-4402-8837-51382BE1AD4C}" type="presParOf" srcId="{1C3E9D2E-450E-49C9-BCFF-BC3366FBC979}" destId="{FE72D7D6-90BC-428A-9F13-437DFEDD1E5A}" srcOrd="0" destOrd="0" presId="urn:microsoft.com/office/officeart/2005/8/layout/orgChart1"/>
    <dgm:cxn modelId="{CFC24A1B-37C2-40CB-AEC3-1B2A3DB5C2A6}" type="presParOf" srcId="{1C3E9D2E-450E-49C9-BCFF-BC3366FBC979}" destId="{C993D4B0-B573-42C4-A863-AB15C8D0AC83}" srcOrd="1" destOrd="0" presId="urn:microsoft.com/office/officeart/2005/8/layout/orgChart1"/>
    <dgm:cxn modelId="{BFE352F4-6E07-4C19-A155-EB7D644FCC91}" type="presParOf" srcId="{6988A93A-7A65-402A-9BB0-4F4FEFF6F2D8}" destId="{574B50B6-E3B9-4EE9-9516-77ECD21F9D31}" srcOrd="1" destOrd="0" presId="urn:microsoft.com/office/officeart/2005/8/layout/orgChart1"/>
    <dgm:cxn modelId="{C23E55C8-B0E5-4925-AA45-FC4AA6903714}" type="presParOf" srcId="{6988A93A-7A65-402A-9BB0-4F4FEFF6F2D8}" destId="{6153F0B6-C50A-4547-AC09-E3CBFB7A2BDF}" srcOrd="2" destOrd="0" presId="urn:microsoft.com/office/officeart/2005/8/layout/orgChart1"/>
    <dgm:cxn modelId="{BC198825-03CF-4C69-96EF-625277B38BBD}" type="presParOf" srcId="{D6C33E95-60B8-4147-92BB-08CEBB19D089}" destId="{3F2FD686-4B96-4E90-961D-3F8578F8C453}" srcOrd="4" destOrd="0" presId="urn:microsoft.com/office/officeart/2005/8/layout/orgChart1"/>
    <dgm:cxn modelId="{EDB12DAF-F469-4FBD-9843-E4A63F5D6C65}" type="presParOf" srcId="{D6C33E95-60B8-4147-92BB-08CEBB19D089}" destId="{2629BAC9-F6ED-467F-B9B8-1B7E73790AE7}" srcOrd="5" destOrd="0" presId="urn:microsoft.com/office/officeart/2005/8/layout/orgChart1"/>
    <dgm:cxn modelId="{C93C1BBE-8280-4837-A2B4-1D1EB656D01E}" type="presParOf" srcId="{2629BAC9-F6ED-467F-B9B8-1B7E73790AE7}" destId="{40FF5F0A-9183-4FA0-875D-3BD26C6F799A}" srcOrd="0" destOrd="0" presId="urn:microsoft.com/office/officeart/2005/8/layout/orgChart1"/>
    <dgm:cxn modelId="{695B1946-F80D-46A8-8258-D4AEB777391B}" type="presParOf" srcId="{40FF5F0A-9183-4FA0-875D-3BD26C6F799A}" destId="{C2BE18C1-5CCE-47C6-8255-2BEA16B15BB7}" srcOrd="0" destOrd="0" presId="urn:microsoft.com/office/officeart/2005/8/layout/orgChart1"/>
    <dgm:cxn modelId="{D4EE654B-078E-48E5-8901-34A0A91A6AA4}" type="presParOf" srcId="{40FF5F0A-9183-4FA0-875D-3BD26C6F799A}" destId="{D52878E3-FA6D-4AC3-9526-36C011807DD0}" srcOrd="1" destOrd="0" presId="urn:microsoft.com/office/officeart/2005/8/layout/orgChart1"/>
    <dgm:cxn modelId="{BD6246C2-59AE-4DBB-98AB-447989B44572}" type="presParOf" srcId="{2629BAC9-F6ED-467F-B9B8-1B7E73790AE7}" destId="{6AAB0A4C-337A-42E8-B2BF-21D1F52E866A}" srcOrd="1" destOrd="0" presId="urn:microsoft.com/office/officeart/2005/8/layout/orgChart1"/>
    <dgm:cxn modelId="{0818DA72-1E64-445E-924E-1D816E52DAC1}" type="presParOf" srcId="{2629BAC9-F6ED-467F-B9B8-1B7E73790AE7}" destId="{684E193C-3C22-4DDC-ABCE-C9B354706FCA}" srcOrd="2" destOrd="0" presId="urn:microsoft.com/office/officeart/2005/8/layout/orgChart1"/>
    <dgm:cxn modelId="{80D1BF51-B285-4F74-9C1E-EC06505A75D7}" type="presParOf" srcId="{D6C33E95-60B8-4147-92BB-08CEBB19D089}" destId="{A4BB7E4F-FCC3-4EC9-BAE8-703F3D86DC4F}" srcOrd="6" destOrd="0" presId="urn:microsoft.com/office/officeart/2005/8/layout/orgChart1"/>
    <dgm:cxn modelId="{BAA47225-C57F-4A14-955A-A97C1FA44CEF}" type="presParOf" srcId="{D6C33E95-60B8-4147-92BB-08CEBB19D089}" destId="{2E9F167E-FC3E-459B-98D3-58B4CD79579B}" srcOrd="7" destOrd="0" presId="urn:microsoft.com/office/officeart/2005/8/layout/orgChart1"/>
    <dgm:cxn modelId="{7E61A145-06ED-4283-A362-937FB2C0679C}" type="presParOf" srcId="{2E9F167E-FC3E-459B-98D3-58B4CD79579B}" destId="{B610BC92-51E2-4790-BFF4-DAD22FE0E36B}" srcOrd="0" destOrd="0" presId="urn:microsoft.com/office/officeart/2005/8/layout/orgChart1"/>
    <dgm:cxn modelId="{2AEAFB83-9177-4700-A14F-B80FD368F4CD}" type="presParOf" srcId="{B610BC92-51E2-4790-BFF4-DAD22FE0E36B}" destId="{1E9329F2-5F8B-411F-AFB1-645736719AD2}" srcOrd="0" destOrd="0" presId="urn:microsoft.com/office/officeart/2005/8/layout/orgChart1"/>
    <dgm:cxn modelId="{0D28983E-85E6-4882-9C0B-40C472A7A0F9}" type="presParOf" srcId="{B610BC92-51E2-4790-BFF4-DAD22FE0E36B}" destId="{586060CF-C56A-4A3B-A3B5-612A425EBD0A}" srcOrd="1" destOrd="0" presId="urn:microsoft.com/office/officeart/2005/8/layout/orgChart1"/>
    <dgm:cxn modelId="{74F3E54F-C04B-4158-9FC4-40CC02DDD255}" type="presParOf" srcId="{2E9F167E-FC3E-459B-98D3-58B4CD79579B}" destId="{25079CDD-5BCB-4887-8BAC-E011F3069C21}" srcOrd="1" destOrd="0" presId="urn:microsoft.com/office/officeart/2005/8/layout/orgChart1"/>
    <dgm:cxn modelId="{483A9F94-BCAD-47B4-8C14-20AE929A9D20}" type="presParOf" srcId="{2E9F167E-FC3E-459B-98D3-58B4CD79579B}" destId="{EA75E9B8-0B50-4E6F-9B9D-625A746D3AE1}" srcOrd="2" destOrd="0" presId="urn:microsoft.com/office/officeart/2005/8/layout/orgChart1"/>
    <dgm:cxn modelId="{B429D80D-2CA2-4B48-9B0B-F4669699E068}" type="presParOf" srcId="{D6C33E95-60B8-4147-92BB-08CEBB19D089}" destId="{C35B8903-3443-499B-86F0-E2540D049C8F}" srcOrd="8" destOrd="0" presId="urn:microsoft.com/office/officeart/2005/8/layout/orgChart1"/>
    <dgm:cxn modelId="{8922A027-D245-4820-BE60-600E04767382}" type="presParOf" srcId="{D6C33E95-60B8-4147-92BB-08CEBB19D089}" destId="{B9480CD7-9D77-4292-B560-A604BD6BE50D}" srcOrd="9" destOrd="0" presId="urn:microsoft.com/office/officeart/2005/8/layout/orgChart1"/>
    <dgm:cxn modelId="{F8FFACFB-F7C0-4D59-AC13-A9F3304A4B96}" type="presParOf" srcId="{B9480CD7-9D77-4292-B560-A604BD6BE50D}" destId="{AF5A5B11-EE00-4E1F-B759-2DF8F16C7FE3}" srcOrd="0" destOrd="0" presId="urn:microsoft.com/office/officeart/2005/8/layout/orgChart1"/>
    <dgm:cxn modelId="{C4A8DA45-EC3C-4856-A8D5-EABC113576E8}" type="presParOf" srcId="{AF5A5B11-EE00-4E1F-B759-2DF8F16C7FE3}" destId="{55DA1A5A-12A0-4BB0-A1B2-14D807FF6FD8}" srcOrd="0" destOrd="0" presId="urn:microsoft.com/office/officeart/2005/8/layout/orgChart1"/>
    <dgm:cxn modelId="{301904D6-A78F-4094-8E80-E5285C84D64F}" type="presParOf" srcId="{AF5A5B11-EE00-4E1F-B759-2DF8F16C7FE3}" destId="{22E848BE-DFC7-4FA1-AC09-B7BDD0E2921C}" srcOrd="1" destOrd="0" presId="urn:microsoft.com/office/officeart/2005/8/layout/orgChart1"/>
    <dgm:cxn modelId="{9A803545-ED73-46DB-AD57-9794676DF4BE}" type="presParOf" srcId="{B9480CD7-9D77-4292-B560-A604BD6BE50D}" destId="{04DCB569-540C-4489-965D-C7796C9C7387}" srcOrd="1" destOrd="0" presId="urn:microsoft.com/office/officeart/2005/8/layout/orgChart1"/>
    <dgm:cxn modelId="{DB09AF11-A3A6-4D67-B879-A873C44340AC}" type="presParOf" srcId="{B9480CD7-9D77-4292-B560-A604BD6BE50D}" destId="{E664EE40-1907-4A03-A439-1D8F9D7F069C}" srcOrd="2" destOrd="0" presId="urn:microsoft.com/office/officeart/2005/8/layout/orgChart1"/>
    <dgm:cxn modelId="{D5E8EAD2-8DD6-439E-A762-99CC25DC146F}" type="presParOf" srcId="{D6C33E95-60B8-4147-92BB-08CEBB19D089}" destId="{9FBDAC58-D7BD-46EE-BAED-22A50B73501E}" srcOrd="10" destOrd="0" presId="urn:microsoft.com/office/officeart/2005/8/layout/orgChart1"/>
    <dgm:cxn modelId="{B38A73E1-B296-4B50-B919-D7C3160839BC}" type="presParOf" srcId="{D6C33E95-60B8-4147-92BB-08CEBB19D089}" destId="{F526F095-F815-41D6-A6E0-F1C22373C15E}" srcOrd="11" destOrd="0" presId="urn:microsoft.com/office/officeart/2005/8/layout/orgChart1"/>
    <dgm:cxn modelId="{4BF3E4CA-2749-4161-A0BA-65A65DC5858A}" type="presParOf" srcId="{F526F095-F815-41D6-A6E0-F1C22373C15E}" destId="{15A9166B-9263-4485-8E95-A25B210DC870}" srcOrd="0" destOrd="0" presId="urn:microsoft.com/office/officeart/2005/8/layout/orgChart1"/>
    <dgm:cxn modelId="{948D8C4A-A370-40C7-BB95-E83A43C8B7FD}" type="presParOf" srcId="{15A9166B-9263-4485-8E95-A25B210DC870}" destId="{9793A294-0BA3-43F6-851A-3E2D432D442C}" srcOrd="0" destOrd="0" presId="urn:microsoft.com/office/officeart/2005/8/layout/orgChart1"/>
    <dgm:cxn modelId="{34F34F12-5757-4D8A-8E40-88BC4777C69F}" type="presParOf" srcId="{15A9166B-9263-4485-8E95-A25B210DC870}" destId="{81296338-A6D9-4B44-A1AD-46A27B3F01A8}" srcOrd="1" destOrd="0" presId="urn:microsoft.com/office/officeart/2005/8/layout/orgChart1"/>
    <dgm:cxn modelId="{8894AD7F-E69B-416D-AA63-5BE9C73C73E3}" type="presParOf" srcId="{F526F095-F815-41D6-A6E0-F1C22373C15E}" destId="{8C830CA5-1112-452D-950F-3A99D34D804A}" srcOrd="1" destOrd="0" presId="urn:microsoft.com/office/officeart/2005/8/layout/orgChart1"/>
    <dgm:cxn modelId="{E872EB7C-65B7-4D26-B006-5995D8BCF619}" type="presParOf" srcId="{F526F095-F815-41D6-A6E0-F1C22373C15E}" destId="{7AEB6F44-2DA3-4732-94C8-AFFB2F6EC24E}" srcOrd="2" destOrd="0" presId="urn:microsoft.com/office/officeart/2005/8/layout/orgChart1"/>
    <dgm:cxn modelId="{65688E1F-31F1-4B9D-AE15-9CFB28CE0D4B}" type="presParOf" srcId="{BA149A03-F73F-4AA7-AD37-E5698B8F6BFC}" destId="{6E8B8620-2A3B-4D87-8B07-FB53DEB32338}" srcOrd="2" destOrd="0" presId="urn:microsoft.com/office/officeart/2005/8/layout/orgChart1"/>
    <dgm:cxn modelId="{0CA3169F-4D44-4A92-8EC7-A9997CFF14AA}" type="presParOf" srcId="{36F88AE2-1502-4FB0-8D52-E293D086CAD7}" destId="{1FFDA1A9-194B-48AB-A17E-DD23F9DA92B1}" srcOrd="2" destOrd="0" presId="urn:microsoft.com/office/officeart/2005/8/layout/orgChart1"/>
    <dgm:cxn modelId="{A95FFC48-DDF9-4884-9F0A-D3D933AE9373}" type="presParOf" srcId="{36F88AE2-1502-4FB0-8D52-E293D086CAD7}" destId="{4A30E2F1-8662-4786-BC0A-E6FFD0AFF8E7}" srcOrd="3" destOrd="0" presId="urn:microsoft.com/office/officeart/2005/8/layout/orgChart1"/>
    <dgm:cxn modelId="{9B4A2F6A-85B3-49C3-812D-81D2C4366F64}" type="presParOf" srcId="{4A30E2F1-8662-4786-BC0A-E6FFD0AFF8E7}" destId="{C41BA63F-D8FB-4822-B0F7-DA52BE6ABB47}" srcOrd="0" destOrd="0" presId="urn:microsoft.com/office/officeart/2005/8/layout/orgChart1"/>
    <dgm:cxn modelId="{AAE380B1-377E-46C4-8B48-840204440B80}" type="presParOf" srcId="{C41BA63F-D8FB-4822-B0F7-DA52BE6ABB47}" destId="{AD6FCBA5-107F-4E39-9D14-0F9C209CE42B}" srcOrd="0" destOrd="0" presId="urn:microsoft.com/office/officeart/2005/8/layout/orgChart1"/>
    <dgm:cxn modelId="{35AA35BB-2FBF-4892-8504-130673E11354}" type="presParOf" srcId="{C41BA63F-D8FB-4822-B0F7-DA52BE6ABB47}" destId="{583C3239-7A9A-4405-808D-357500F0A444}" srcOrd="1" destOrd="0" presId="urn:microsoft.com/office/officeart/2005/8/layout/orgChart1"/>
    <dgm:cxn modelId="{4AA402BB-B816-4D70-94FE-B15BEC5A65ED}" type="presParOf" srcId="{4A30E2F1-8662-4786-BC0A-E6FFD0AFF8E7}" destId="{38452564-D35D-4B4A-A1DE-52CBDB677910}" srcOrd="1" destOrd="0" presId="urn:microsoft.com/office/officeart/2005/8/layout/orgChart1"/>
    <dgm:cxn modelId="{608288D8-6F83-4BDF-8A70-4172863AF50D}" type="presParOf" srcId="{38452564-D35D-4B4A-A1DE-52CBDB677910}" destId="{6A2A5E04-0027-4083-A33C-78B5179ABE16}" srcOrd="0" destOrd="0" presId="urn:microsoft.com/office/officeart/2005/8/layout/orgChart1"/>
    <dgm:cxn modelId="{2C8D8F10-9AA2-43EF-BD3A-5D3EC04E92D9}" type="presParOf" srcId="{38452564-D35D-4B4A-A1DE-52CBDB677910}" destId="{F544D54A-A848-44BC-A056-CC5AF6AC70AA}" srcOrd="1" destOrd="0" presId="urn:microsoft.com/office/officeart/2005/8/layout/orgChart1"/>
    <dgm:cxn modelId="{F6FF0ABE-198F-41C6-A9AC-8DE172CBD45D}" type="presParOf" srcId="{F544D54A-A848-44BC-A056-CC5AF6AC70AA}" destId="{FEA49C32-7152-49AA-AB95-9AE15FDDB9A3}" srcOrd="0" destOrd="0" presId="urn:microsoft.com/office/officeart/2005/8/layout/orgChart1"/>
    <dgm:cxn modelId="{98209CF5-BE21-4169-AFDD-579CE7960FC7}" type="presParOf" srcId="{FEA49C32-7152-49AA-AB95-9AE15FDDB9A3}" destId="{F0CECF85-B5C3-4F33-9B57-BF760E7F8936}" srcOrd="0" destOrd="0" presId="urn:microsoft.com/office/officeart/2005/8/layout/orgChart1"/>
    <dgm:cxn modelId="{62AEF944-4FAF-4BE1-87F8-7FB1CD2BF663}" type="presParOf" srcId="{FEA49C32-7152-49AA-AB95-9AE15FDDB9A3}" destId="{3DD7B17A-EF6B-4271-8D1D-F6F44750BF7A}" srcOrd="1" destOrd="0" presId="urn:microsoft.com/office/officeart/2005/8/layout/orgChart1"/>
    <dgm:cxn modelId="{BF0372B6-BFA5-4BAA-8614-EB8EDBF2EBD4}" type="presParOf" srcId="{F544D54A-A848-44BC-A056-CC5AF6AC70AA}" destId="{8B4CF692-2190-41E6-89E5-9E65FA69AE84}" srcOrd="1" destOrd="0" presId="urn:microsoft.com/office/officeart/2005/8/layout/orgChart1"/>
    <dgm:cxn modelId="{512A8146-2976-4BDA-98DC-894E1BA68ABD}" type="presParOf" srcId="{F544D54A-A848-44BC-A056-CC5AF6AC70AA}" destId="{7492B679-451C-4491-9E5E-BDEC595CB6AF}" srcOrd="2" destOrd="0" presId="urn:microsoft.com/office/officeart/2005/8/layout/orgChart1"/>
    <dgm:cxn modelId="{077F10E9-5817-4D2E-8C12-5148BCE87DE9}" type="presParOf" srcId="{38452564-D35D-4B4A-A1DE-52CBDB677910}" destId="{51AD8570-E912-4D3B-AC56-457AA1D5E4F8}" srcOrd="2" destOrd="0" presId="urn:microsoft.com/office/officeart/2005/8/layout/orgChart1"/>
    <dgm:cxn modelId="{6E48DFF2-F8FE-48D8-90B1-04238FA824BF}" type="presParOf" srcId="{38452564-D35D-4B4A-A1DE-52CBDB677910}" destId="{97E7DB2C-100F-4C48-ABD5-90143D8AA4BC}" srcOrd="3" destOrd="0" presId="urn:microsoft.com/office/officeart/2005/8/layout/orgChart1"/>
    <dgm:cxn modelId="{51B5B6EB-B668-4C2F-9387-831F765C8918}" type="presParOf" srcId="{97E7DB2C-100F-4C48-ABD5-90143D8AA4BC}" destId="{CB6645B0-F671-4F42-A111-AFA28E492B6B}" srcOrd="0" destOrd="0" presId="urn:microsoft.com/office/officeart/2005/8/layout/orgChart1"/>
    <dgm:cxn modelId="{F2FB1164-AA80-450E-95E3-748C4E10F184}" type="presParOf" srcId="{CB6645B0-F671-4F42-A111-AFA28E492B6B}" destId="{AFDD2A41-0AC4-4DD3-BF5A-FAA889D200B5}" srcOrd="0" destOrd="0" presId="urn:microsoft.com/office/officeart/2005/8/layout/orgChart1"/>
    <dgm:cxn modelId="{46D6E3DF-D0B0-4A63-95E8-3643C9DF87E3}" type="presParOf" srcId="{CB6645B0-F671-4F42-A111-AFA28E492B6B}" destId="{69E5F15F-E15A-4801-AF72-822CCCE9AB1F}" srcOrd="1" destOrd="0" presId="urn:microsoft.com/office/officeart/2005/8/layout/orgChart1"/>
    <dgm:cxn modelId="{FBFFE810-F818-4CEA-B49F-8859524C71A0}" type="presParOf" srcId="{97E7DB2C-100F-4C48-ABD5-90143D8AA4BC}" destId="{E03F5181-A7CC-4546-A12F-6C15FF61AA32}" srcOrd="1" destOrd="0" presId="urn:microsoft.com/office/officeart/2005/8/layout/orgChart1"/>
    <dgm:cxn modelId="{8406397F-B2E8-4509-9A54-8B62C6BE08AD}" type="presParOf" srcId="{97E7DB2C-100F-4C48-ABD5-90143D8AA4BC}" destId="{09C9D295-32AB-4DCB-B388-D399EE326E22}" srcOrd="2" destOrd="0" presId="urn:microsoft.com/office/officeart/2005/8/layout/orgChart1"/>
    <dgm:cxn modelId="{4F754F45-4E9E-46E3-8E89-F178F08C7AA9}" type="presParOf" srcId="{38452564-D35D-4B4A-A1DE-52CBDB677910}" destId="{2CEE59DD-550B-4A18-A1AD-9EB62E296F19}" srcOrd="4" destOrd="0" presId="urn:microsoft.com/office/officeart/2005/8/layout/orgChart1"/>
    <dgm:cxn modelId="{E5E6A59C-1180-4FAD-AD5F-1AFBDFA3656F}" type="presParOf" srcId="{38452564-D35D-4B4A-A1DE-52CBDB677910}" destId="{0EFA87C0-BC83-4372-9C24-75C614EBE8CD}" srcOrd="5" destOrd="0" presId="urn:microsoft.com/office/officeart/2005/8/layout/orgChart1"/>
    <dgm:cxn modelId="{92A36BDE-CC99-4E81-89E3-3D445002ECA8}" type="presParOf" srcId="{0EFA87C0-BC83-4372-9C24-75C614EBE8CD}" destId="{89D9B32A-DF8D-4410-9569-31BBC1215EF5}" srcOrd="0" destOrd="0" presId="urn:microsoft.com/office/officeart/2005/8/layout/orgChart1"/>
    <dgm:cxn modelId="{70415DBB-7ABE-4808-8ACF-8E53623D2648}" type="presParOf" srcId="{89D9B32A-DF8D-4410-9569-31BBC1215EF5}" destId="{C588F604-4C71-459E-9996-F4A026851A65}" srcOrd="0" destOrd="0" presId="urn:microsoft.com/office/officeart/2005/8/layout/orgChart1"/>
    <dgm:cxn modelId="{0F8D6C22-685A-4D3C-ABE4-567A90320F01}" type="presParOf" srcId="{89D9B32A-DF8D-4410-9569-31BBC1215EF5}" destId="{CB856E3A-DE53-4164-B59D-0EDECD8DA8C4}" srcOrd="1" destOrd="0" presId="urn:microsoft.com/office/officeart/2005/8/layout/orgChart1"/>
    <dgm:cxn modelId="{961EA92B-8D08-472A-BFB0-AC77BC25D94D}" type="presParOf" srcId="{0EFA87C0-BC83-4372-9C24-75C614EBE8CD}" destId="{FF5650FE-87EF-486B-A73C-E2F415A1EE1B}" srcOrd="1" destOrd="0" presId="urn:microsoft.com/office/officeart/2005/8/layout/orgChart1"/>
    <dgm:cxn modelId="{A55A1204-C5BE-4137-BCB3-47813252F73F}" type="presParOf" srcId="{0EFA87C0-BC83-4372-9C24-75C614EBE8CD}" destId="{53FF7BCE-550C-4302-8118-931D556F7C3A}" srcOrd="2" destOrd="0" presId="urn:microsoft.com/office/officeart/2005/8/layout/orgChart1"/>
    <dgm:cxn modelId="{79209962-84F8-48C8-BC28-B6FD74CB5AEA}" type="presParOf" srcId="{38452564-D35D-4B4A-A1DE-52CBDB677910}" destId="{83EBAFE2-1374-43BD-84BD-A23B5ABD6892}" srcOrd="6" destOrd="0" presId="urn:microsoft.com/office/officeart/2005/8/layout/orgChart1"/>
    <dgm:cxn modelId="{95D29C42-2D11-47E8-B870-A74515C96288}" type="presParOf" srcId="{38452564-D35D-4B4A-A1DE-52CBDB677910}" destId="{E7924EDD-4E6D-4A20-9BA3-963D5A50D728}" srcOrd="7" destOrd="0" presId="urn:microsoft.com/office/officeart/2005/8/layout/orgChart1"/>
    <dgm:cxn modelId="{3CE41F30-6030-4C39-9444-1963852150EA}" type="presParOf" srcId="{E7924EDD-4E6D-4A20-9BA3-963D5A50D728}" destId="{9F7765E6-A0EC-4B43-BB95-28C6B271FFE4}" srcOrd="0" destOrd="0" presId="urn:microsoft.com/office/officeart/2005/8/layout/orgChart1"/>
    <dgm:cxn modelId="{5B04FFA1-46E0-469D-ABEC-9099720E8B62}" type="presParOf" srcId="{9F7765E6-A0EC-4B43-BB95-28C6B271FFE4}" destId="{7A48EC60-51F3-4E67-AB7D-07B29B70C60D}" srcOrd="0" destOrd="0" presId="urn:microsoft.com/office/officeart/2005/8/layout/orgChart1"/>
    <dgm:cxn modelId="{70393DD3-DA4F-4189-BF92-1AF4B38CAF19}" type="presParOf" srcId="{9F7765E6-A0EC-4B43-BB95-28C6B271FFE4}" destId="{2A67B270-8617-4E10-A375-0BE24D42FCDD}" srcOrd="1" destOrd="0" presId="urn:microsoft.com/office/officeart/2005/8/layout/orgChart1"/>
    <dgm:cxn modelId="{A07ECB18-9AC2-4BAC-886F-7B5C5E13905C}" type="presParOf" srcId="{E7924EDD-4E6D-4A20-9BA3-963D5A50D728}" destId="{F08F0E5B-C8E0-41F5-88C8-D5CB7FF425BE}" srcOrd="1" destOrd="0" presId="urn:microsoft.com/office/officeart/2005/8/layout/orgChart1"/>
    <dgm:cxn modelId="{194E2131-EFD9-48D6-A9DD-30C76BA1D863}" type="presParOf" srcId="{E7924EDD-4E6D-4A20-9BA3-963D5A50D728}" destId="{74DD0DA6-19F4-4867-99DD-3D036298A548}" srcOrd="2" destOrd="0" presId="urn:microsoft.com/office/officeart/2005/8/layout/orgChart1"/>
    <dgm:cxn modelId="{ADDA276A-603F-458C-98A0-9833F0DEF888}" type="presParOf" srcId="{38452564-D35D-4B4A-A1DE-52CBDB677910}" destId="{16F40902-B653-4C40-B079-EF437F4745FD}" srcOrd="8" destOrd="0" presId="urn:microsoft.com/office/officeart/2005/8/layout/orgChart1"/>
    <dgm:cxn modelId="{D0D0F009-64D2-48FE-B2A6-1572D3F3B287}" type="presParOf" srcId="{38452564-D35D-4B4A-A1DE-52CBDB677910}" destId="{7100E03C-4918-4785-9044-A390A44EC2D2}" srcOrd="9" destOrd="0" presId="urn:microsoft.com/office/officeart/2005/8/layout/orgChart1"/>
    <dgm:cxn modelId="{9B77FD88-1167-4F20-9A7E-43A47B80479F}" type="presParOf" srcId="{7100E03C-4918-4785-9044-A390A44EC2D2}" destId="{1F78FD8E-A1F0-4B5C-9C50-26CA3020631D}" srcOrd="0" destOrd="0" presId="urn:microsoft.com/office/officeart/2005/8/layout/orgChart1"/>
    <dgm:cxn modelId="{211DB9CD-7BF4-444D-9DBA-F74F17D8C629}" type="presParOf" srcId="{1F78FD8E-A1F0-4B5C-9C50-26CA3020631D}" destId="{C25DE249-8875-4463-85D3-99FDECF1277F}" srcOrd="0" destOrd="0" presId="urn:microsoft.com/office/officeart/2005/8/layout/orgChart1"/>
    <dgm:cxn modelId="{71050C7B-3305-44AA-86BC-17A9D795CE16}" type="presParOf" srcId="{1F78FD8E-A1F0-4B5C-9C50-26CA3020631D}" destId="{3FFAADE9-1B70-4295-83E7-8D1E478522F6}" srcOrd="1" destOrd="0" presId="urn:microsoft.com/office/officeart/2005/8/layout/orgChart1"/>
    <dgm:cxn modelId="{87BF865A-92C9-4203-A4F3-13EC27358B7E}" type="presParOf" srcId="{7100E03C-4918-4785-9044-A390A44EC2D2}" destId="{10221AAC-1D5B-4EBF-8A48-B9D3D168E49D}" srcOrd="1" destOrd="0" presId="urn:microsoft.com/office/officeart/2005/8/layout/orgChart1"/>
    <dgm:cxn modelId="{5E5D1B92-9B8E-4650-8469-4F762FA96740}" type="presParOf" srcId="{7100E03C-4918-4785-9044-A390A44EC2D2}" destId="{BF8A7216-F408-4927-9521-0A8C9DDE6C13}" srcOrd="2" destOrd="0" presId="urn:microsoft.com/office/officeart/2005/8/layout/orgChart1"/>
    <dgm:cxn modelId="{ECF6CE74-BF94-4F15-93AD-BD1CB4098305}" type="presParOf" srcId="{38452564-D35D-4B4A-A1DE-52CBDB677910}" destId="{DB7F34E6-B5A3-4846-A04C-EBACBE647391}" srcOrd="10" destOrd="0" presId="urn:microsoft.com/office/officeart/2005/8/layout/orgChart1"/>
    <dgm:cxn modelId="{91396FEE-26AD-4537-9005-311676F76697}" type="presParOf" srcId="{38452564-D35D-4B4A-A1DE-52CBDB677910}" destId="{DE4EB339-58B2-4B3E-ABA6-827194F99F74}" srcOrd="11" destOrd="0" presId="urn:microsoft.com/office/officeart/2005/8/layout/orgChart1"/>
    <dgm:cxn modelId="{A77EE281-8619-492E-BFA3-E41BF02DF355}" type="presParOf" srcId="{DE4EB339-58B2-4B3E-ABA6-827194F99F74}" destId="{DE91C667-1EDB-4723-80A8-F85DD6ED2406}" srcOrd="0" destOrd="0" presId="urn:microsoft.com/office/officeart/2005/8/layout/orgChart1"/>
    <dgm:cxn modelId="{3D176B80-8381-45F5-B8A1-C3CBA0156473}" type="presParOf" srcId="{DE91C667-1EDB-4723-80A8-F85DD6ED2406}" destId="{284AAC9C-A343-418C-96D3-0EC938A08886}" srcOrd="0" destOrd="0" presId="urn:microsoft.com/office/officeart/2005/8/layout/orgChart1"/>
    <dgm:cxn modelId="{E45E4B27-91FB-4FFF-B1F6-3832D9563E93}" type="presParOf" srcId="{DE91C667-1EDB-4723-80A8-F85DD6ED2406}" destId="{4163C214-E3A8-408D-B910-AB7E3A3BCE64}" srcOrd="1" destOrd="0" presId="urn:microsoft.com/office/officeart/2005/8/layout/orgChart1"/>
    <dgm:cxn modelId="{FD0F13AF-9467-4BFF-8290-C2B838F18863}" type="presParOf" srcId="{DE4EB339-58B2-4B3E-ABA6-827194F99F74}" destId="{BB2A9940-355A-4D99-8372-B9AD298EEF09}" srcOrd="1" destOrd="0" presId="urn:microsoft.com/office/officeart/2005/8/layout/orgChart1"/>
    <dgm:cxn modelId="{205D1992-75CE-4583-8839-8B48EC04CCF5}" type="presParOf" srcId="{DE4EB339-58B2-4B3E-ABA6-827194F99F74}" destId="{BED6AAC5-C0C0-4C11-B4AB-D54063408A74}" srcOrd="2" destOrd="0" presId="urn:microsoft.com/office/officeart/2005/8/layout/orgChart1"/>
    <dgm:cxn modelId="{46E00C3D-A51E-4BE7-8D85-F164323C237E}" type="presParOf" srcId="{4A30E2F1-8662-4786-BC0A-E6FFD0AFF8E7}" destId="{EBF61DE1-0F6D-45CE-A263-6AB14AA4E1E8}" srcOrd="2" destOrd="0" presId="urn:microsoft.com/office/officeart/2005/8/layout/orgChart1"/>
    <dgm:cxn modelId="{3649A759-7DB2-41AB-A742-0E086AE83055}" type="presParOf" srcId="{36F88AE2-1502-4FB0-8D52-E293D086CAD7}" destId="{76F73F54-7CB1-4ACE-9038-DE46166D4079}" srcOrd="4" destOrd="0" presId="urn:microsoft.com/office/officeart/2005/8/layout/orgChart1"/>
    <dgm:cxn modelId="{D7852AF4-A6A6-4933-9D12-17DFDBC27264}" type="presParOf" srcId="{36F88AE2-1502-4FB0-8D52-E293D086CAD7}" destId="{99383A52-9AB1-4F92-ABEA-F03CA30EA2F2}" srcOrd="5" destOrd="0" presId="urn:microsoft.com/office/officeart/2005/8/layout/orgChart1"/>
    <dgm:cxn modelId="{53D6547D-DC8F-4E46-A42C-06D9D200CBBA}" type="presParOf" srcId="{99383A52-9AB1-4F92-ABEA-F03CA30EA2F2}" destId="{700BDA7A-ABE4-49C4-8A68-B80BB307BA4A}" srcOrd="0" destOrd="0" presId="urn:microsoft.com/office/officeart/2005/8/layout/orgChart1"/>
    <dgm:cxn modelId="{63041A94-2B76-4C3E-A106-11B8E4B316BB}" type="presParOf" srcId="{700BDA7A-ABE4-49C4-8A68-B80BB307BA4A}" destId="{ECF10C6A-7C39-40A8-BEE0-63935E4B7D7A}" srcOrd="0" destOrd="0" presId="urn:microsoft.com/office/officeart/2005/8/layout/orgChart1"/>
    <dgm:cxn modelId="{6B31E76D-DAA0-45C8-B40D-0FF88F986917}" type="presParOf" srcId="{700BDA7A-ABE4-49C4-8A68-B80BB307BA4A}" destId="{A4AD4397-C90E-45FC-8C14-4EBF84B8DC03}" srcOrd="1" destOrd="0" presId="urn:microsoft.com/office/officeart/2005/8/layout/orgChart1"/>
    <dgm:cxn modelId="{EE2AC8AC-9964-41CD-8111-29A0A7E165B3}" type="presParOf" srcId="{99383A52-9AB1-4F92-ABEA-F03CA30EA2F2}" destId="{AB8C4CF8-4D03-49DB-B3A8-5ABD24D6D5EC}" srcOrd="1" destOrd="0" presId="urn:microsoft.com/office/officeart/2005/8/layout/orgChart1"/>
    <dgm:cxn modelId="{97D41C47-742C-426A-A164-63BD357A27A1}" type="presParOf" srcId="{AB8C4CF8-4D03-49DB-B3A8-5ABD24D6D5EC}" destId="{5EC49BDC-1198-492C-A48D-927DDAE0DB7E}" srcOrd="0" destOrd="0" presId="urn:microsoft.com/office/officeart/2005/8/layout/orgChart1"/>
    <dgm:cxn modelId="{EA4CA3F8-152F-45F9-92ED-864B0711F8B2}" type="presParOf" srcId="{AB8C4CF8-4D03-49DB-B3A8-5ABD24D6D5EC}" destId="{FB0456DE-DCA6-46D0-9036-94FB756CCAFF}" srcOrd="1" destOrd="0" presId="urn:microsoft.com/office/officeart/2005/8/layout/orgChart1"/>
    <dgm:cxn modelId="{D83BAFB1-3354-4BBC-9CDC-0D6C5C8FF891}" type="presParOf" srcId="{FB0456DE-DCA6-46D0-9036-94FB756CCAFF}" destId="{FA88357A-9A11-4531-ADB4-A141CBC9965C}" srcOrd="0" destOrd="0" presId="urn:microsoft.com/office/officeart/2005/8/layout/orgChart1"/>
    <dgm:cxn modelId="{9BF945FF-0C6C-4696-9235-19FB9F3971FA}" type="presParOf" srcId="{FA88357A-9A11-4531-ADB4-A141CBC9965C}" destId="{0B44B6FA-92BD-4B30-B532-624F03EFA2BF}" srcOrd="0" destOrd="0" presId="urn:microsoft.com/office/officeart/2005/8/layout/orgChart1"/>
    <dgm:cxn modelId="{F2A70378-2EAD-4AB6-916A-0EF7B9CA8459}" type="presParOf" srcId="{FA88357A-9A11-4531-ADB4-A141CBC9965C}" destId="{D78ABB9C-53B2-4EF8-A526-5BCB628E7D39}" srcOrd="1" destOrd="0" presId="urn:microsoft.com/office/officeart/2005/8/layout/orgChart1"/>
    <dgm:cxn modelId="{1A81807C-02C5-43E8-8EF1-60CA35A375DC}" type="presParOf" srcId="{FB0456DE-DCA6-46D0-9036-94FB756CCAFF}" destId="{02871712-484F-4BC7-8C6D-3EC886B5AF35}" srcOrd="1" destOrd="0" presId="urn:microsoft.com/office/officeart/2005/8/layout/orgChart1"/>
    <dgm:cxn modelId="{1CB3C9C3-FC98-428E-9D6B-DC42CD426E8E}" type="presParOf" srcId="{FB0456DE-DCA6-46D0-9036-94FB756CCAFF}" destId="{546C9F8B-6DA5-4AB9-9197-2A46EA4E9922}" srcOrd="2" destOrd="0" presId="urn:microsoft.com/office/officeart/2005/8/layout/orgChart1"/>
    <dgm:cxn modelId="{A9B90160-2676-43A2-AFBF-A59D074BE90A}" type="presParOf" srcId="{99383A52-9AB1-4F92-ABEA-F03CA30EA2F2}" destId="{6829F625-52FD-4A27-983B-23F1A2EF7B61}" srcOrd="2" destOrd="0" presId="urn:microsoft.com/office/officeart/2005/8/layout/orgChart1"/>
    <dgm:cxn modelId="{5B5180BA-D7AD-4916-A2BB-800BCE08D4DF}" type="presParOf" srcId="{36F88AE2-1502-4FB0-8D52-E293D086CAD7}" destId="{C30796C7-D7C4-4878-AB65-50CA96A8AD01}" srcOrd="6" destOrd="0" presId="urn:microsoft.com/office/officeart/2005/8/layout/orgChart1"/>
    <dgm:cxn modelId="{24EC6DF8-04E6-4E39-B846-47E3C32557A6}" type="presParOf" srcId="{36F88AE2-1502-4FB0-8D52-E293D086CAD7}" destId="{F916A926-B076-484A-B58D-273DEC6B40F5}" srcOrd="7" destOrd="0" presId="urn:microsoft.com/office/officeart/2005/8/layout/orgChart1"/>
    <dgm:cxn modelId="{52B1C76A-0AE4-4C31-9328-D99675692B34}" type="presParOf" srcId="{F916A926-B076-484A-B58D-273DEC6B40F5}" destId="{6F9958CC-BC89-4365-8699-3AD7D9159D97}" srcOrd="0" destOrd="0" presId="urn:microsoft.com/office/officeart/2005/8/layout/orgChart1"/>
    <dgm:cxn modelId="{BBFB2F29-331B-42B5-811B-41E786CEC013}" type="presParOf" srcId="{6F9958CC-BC89-4365-8699-3AD7D9159D97}" destId="{4EA816CB-6AB7-4D30-91D2-E19223664521}" srcOrd="0" destOrd="0" presId="urn:microsoft.com/office/officeart/2005/8/layout/orgChart1"/>
    <dgm:cxn modelId="{1F48BFC8-7CF2-4023-8613-5504ECD91F15}" type="presParOf" srcId="{6F9958CC-BC89-4365-8699-3AD7D9159D97}" destId="{09C6F1B5-B497-4EED-B053-BB14AB305045}" srcOrd="1" destOrd="0" presId="urn:microsoft.com/office/officeart/2005/8/layout/orgChart1"/>
    <dgm:cxn modelId="{2B35F72E-0496-4ABB-BBFE-1CE2E42E07C5}" type="presParOf" srcId="{F916A926-B076-484A-B58D-273DEC6B40F5}" destId="{C1BA8958-8495-4827-B5A9-6B1096CD1905}" srcOrd="1" destOrd="0" presId="urn:microsoft.com/office/officeart/2005/8/layout/orgChart1"/>
    <dgm:cxn modelId="{E063B4A8-D5AF-4E9C-BD25-6ECE03B722EB}" type="presParOf" srcId="{C1BA8958-8495-4827-B5A9-6B1096CD1905}" destId="{4A297940-E560-43F1-B899-D90CAFEFF9F9}" srcOrd="0" destOrd="0" presId="urn:microsoft.com/office/officeart/2005/8/layout/orgChart1"/>
    <dgm:cxn modelId="{8582516F-63CF-45AE-BEED-43F5884BFF8B}" type="presParOf" srcId="{C1BA8958-8495-4827-B5A9-6B1096CD1905}" destId="{58AFF325-7802-426B-9BF6-208D702CB128}" srcOrd="1" destOrd="0" presId="urn:microsoft.com/office/officeart/2005/8/layout/orgChart1"/>
    <dgm:cxn modelId="{7331BC72-94C2-4D66-8D36-846695D00948}" type="presParOf" srcId="{58AFF325-7802-426B-9BF6-208D702CB128}" destId="{77F82E10-48DC-49DC-BC5E-65A4287BE15A}" srcOrd="0" destOrd="0" presId="urn:microsoft.com/office/officeart/2005/8/layout/orgChart1"/>
    <dgm:cxn modelId="{B86D9FCF-3412-453F-BA28-28AEC83E10BC}" type="presParOf" srcId="{77F82E10-48DC-49DC-BC5E-65A4287BE15A}" destId="{70190753-20EF-468A-AF58-9CECB07CAC07}" srcOrd="0" destOrd="0" presId="urn:microsoft.com/office/officeart/2005/8/layout/orgChart1"/>
    <dgm:cxn modelId="{B0551B64-1F51-4C53-A2DD-327C42741C04}" type="presParOf" srcId="{77F82E10-48DC-49DC-BC5E-65A4287BE15A}" destId="{8E822BBC-7809-41B0-93E1-6B60FE855730}" srcOrd="1" destOrd="0" presId="urn:microsoft.com/office/officeart/2005/8/layout/orgChart1"/>
    <dgm:cxn modelId="{9AE31E5F-5393-464F-ABFA-30D9273DAA9B}" type="presParOf" srcId="{58AFF325-7802-426B-9BF6-208D702CB128}" destId="{25E92C3B-C2F3-40C3-9D18-F79BC0A145D3}" srcOrd="1" destOrd="0" presId="urn:microsoft.com/office/officeart/2005/8/layout/orgChart1"/>
    <dgm:cxn modelId="{0A87DC71-5658-4600-9428-C9FB5C71E3B0}" type="presParOf" srcId="{58AFF325-7802-426B-9BF6-208D702CB128}" destId="{F66023ED-7D5F-4346-8C2D-C8682426D59D}" srcOrd="2" destOrd="0" presId="urn:microsoft.com/office/officeart/2005/8/layout/orgChart1"/>
    <dgm:cxn modelId="{05BB1B19-4F54-4A80-A26F-F43A9F81F7AC}" type="presParOf" srcId="{C1BA8958-8495-4827-B5A9-6B1096CD1905}" destId="{42CC8CFF-2ACE-4287-8A38-FE0B19AB0E8A}" srcOrd="2" destOrd="0" presId="urn:microsoft.com/office/officeart/2005/8/layout/orgChart1"/>
    <dgm:cxn modelId="{904FB8DE-9799-46C3-9039-D8EDB0429BDD}" type="presParOf" srcId="{C1BA8958-8495-4827-B5A9-6B1096CD1905}" destId="{86D86365-603A-4783-AC2D-E60FDC38C582}" srcOrd="3" destOrd="0" presId="urn:microsoft.com/office/officeart/2005/8/layout/orgChart1"/>
    <dgm:cxn modelId="{DA7B2FD3-D17F-4FC9-9420-3F92482C4BB8}" type="presParOf" srcId="{86D86365-603A-4783-AC2D-E60FDC38C582}" destId="{272CA3A7-9335-48BE-AE9A-E637B042E271}" srcOrd="0" destOrd="0" presId="urn:microsoft.com/office/officeart/2005/8/layout/orgChart1"/>
    <dgm:cxn modelId="{6981B7CD-F794-4EEF-B554-6E6E5C2D6F5D}" type="presParOf" srcId="{272CA3A7-9335-48BE-AE9A-E637B042E271}" destId="{66591EBC-DAA4-4B50-99CE-1E8801ECC50E}" srcOrd="0" destOrd="0" presId="urn:microsoft.com/office/officeart/2005/8/layout/orgChart1"/>
    <dgm:cxn modelId="{87C4E147-AA6C-4CF5-85D8-004CB7B50761}" type="presParOf" srcId="{272CA3A7-9335-48BE-AE9A-E637B042E271}" destId="{32FF7B22-6423-4937-B02E-A59789120BA9}" srcOrd="1" destOrd="0" presId="urn:microsoft.com/office/officeart/2005/8/layout/orgChart1"/>
    <dgm:cxn modelId="{526854FE-80CC-4642-B33B-34A774140230}" type="presParOf" srcId="{86D86365-603A-4783-AC2D-E60FDC38C582}" destId="{6E43B992-AE0E-4AF9-8926-B4CF444F8DE9}" srcOrd="1" destOrd="0" presId="urn:microsoft.com/office/officeart/2005/8/layout/orgChart1"/>
    <dgm:cxn modelId="{94EBD2DB-DAD8-4ABB-B8B8-817B3836FDF1}" type="presParOf" srcId="{86D86365-603A-4783-AC2D-E60FDC38C582}" destId="{EDD009A6-934B-46FD-81D8-C9099D8FD38C}" srcOrd="2" destOrd="0" presId="urn:microsoft.com/office/officeart/2005/8/layout/orgChart1"/>
    <dgm:cxn modelId="{5ADD7A9E-4532-413D-8511-5E0D98481BAC}" type="presParOf" srcId="{C1BA8958-8495-4827-B5A9-6B1096CD1905}" destId="{B02A68B2-BD1F-469F-95C3-E963CE3879AA}" srcOrd="4" destOrd="0" presId="urn:microsoft.com/office/officeart/2005/8/layout/orgChart1"/>
    <dgm:cxn modelId="{BA8AC4DD-B6C5-46E2-B034-F81FE669C319}" type="presParOf" srcId="{C1BA8958-8495-4827-B5A9-6B1096CD1905}" destId="{C6767614-A614-41C9-8842-01ED0477FC7A}" srcOrd="5" destOrd="0" presId="urn:microsoft.com/office/officeart/2005/8/layout/orgChart1"/>
    <dgm:cxn modelId="{1D82E441-875D-4DF6-810A-2DBD27FE19F7}" type="presParOf" srcId="{C6767614-A614-41C9-8842-01ED0477FC7A}" destId="{0542CC96-E471-4E1F-845B-088CAD3A40B0}" srcOrd="0" destOrd="0" presId="urn:microsoft.com/office/officeart/2005/8/layout/orgChart1"/>
    <dgm:cxn modelId="{0F8F30BD-B011-4481-BA80-AE24382AF594}" type="presParOf" srcId="{0542CC96-E471-4E1F-845B-088CAD3A40B0}" destId="{2560D3C0-49B9-4733-B1A3-1F04E90C7D41}" srcOrd="0" destOrd="0" presId="urn:microsoft.com/office/officeart/2005/8/layout/orgChart1"/>
    <dgm:cxn modelId="{6054C0D1-6C0D-4702-BE66-B460F9812063}" type="presParOf" srcId="{0542CC96-E471-4E1F-845B-088CAD3A40B0}" destId="{26D402BA-D5F0-485D-A419-0325DD84E60A}" srcOrd="1" destOrd="0" presId="urn:microsoft.com/office/officeart/2005/8/layout/orgChart1"/>
    <dgm:cxn modelId="{4EFC233F-76AF-40FA-8856-17E62F2D4C81}" type="presParOf" srcId="{C6767614-A614-41C9-8842-01ED0477FC7A}" destId="{F925E2A5-4682-41D7-BA28-F4DB21388B02}" srcOrd="1" destOrd="0" presId="urn:microsoft.com/office/officeart/2005/8/layout/orgChart1"/>
    <dgm:cxn modelId="{1E7A1525-DA64-45FB-A426-A1BC69DCCAFF}" type="presParOf" srcId="{C6767614-A614-41C9-8842-01ED0477FC7A}" destId="{8B74D4C1-1E7C-46EE-9C03-140498DFE852}" srcOrd="2" destOrd="0" presId="urn:microsoft.com/office/officeart/2005/8/layout/orgChart1"/>
    <dgm:cxn modelId="{45FF88B3-3729-4335-9FE6-74B7E2B257E5}" type="presParOf" srcId="{F916A926-B076-484A-B58D-273DEC6B40F5}" destId="{382F202C-55A1-461E-991A-D4DE37D7E4A7}" srcOrd="2" destOrd="0" presId="urn:microsoft.com/office/officeart/2005/8/layout/orgChart1"/>
    <dgm:cxn modelId="{3766EE12-E3E0-4E9D-8006-1082854F04C1}" type="presParOf" srcId="{36F88AE2-1502-4FB0-8D52-E293D086CAD7}" destId="{C0B8E8F5-5261-4BB8-8351-F41EEE304B89}" srcOrd="8" destOrd="0" presId="urn:microsoft.com/office/officeart/2005/8/layout/orgChart1"/>
    <dgm:cxn modelId="{F2CD62BB-00CB-4C63-9BE7-48BAC000DB1D}" type="presParOf" srcId="{36F88AE2-1502-4FB0-8D52-E293D086CAD7}" destId="{236F92CB-D31E-4F28-81C2-76128CF1F566}" srcOrd="9" destOrd="0" presId="urn:microsoft.com/office/officeart/2005/8/layout/orgChart1"/>
    <dgm:cxn modelId="{C9A94BA9-900A-40FA-8936-AE5306488A00}" type="presParOf" srcId="{236F92CB-D31E-4F28-81C2-76128CF1F566}" destId="{56342D74-3305-4F2B-ADFA-0BEE07A3656A}" srcOrd="0" destOrd="0" presId="urn:microsoft.com/office/officeart/2005/8/layout/orgChart1"/>
    <dgm:cxn modelId="{EF2DFB6D-A291-4734-8B4D-0714C40DBA20}" type="presParOf" srcId="{56342D74-3305-4F2B-ADFA-0BEE07A3656A}" destId="{6E874E0E-CD39-4B8F-8BB1-758447ADE981}" srcOrd="0" destOrd="0" presId="urn:microsoft.com/office/officeart/2005/8/layout/orgChart1"/>
    <dgm:cxn modelId="{A4E1AEF4-046E-490F-9EC9-474AA1EE8607}" type="presParOf" srcId="{56342D74-3305-4F2B-ADFA-0BEE07A3656A}" destId="{95E33629-8A2C-4CAF-81CE-282569EE9D0C}" srcOrd="1" destOrd="0" presId="urn:microsoft.com/office/officeart/2005/8/layout/orgChart1"/>
    <dgm:cxn modelId="{AD81B6AA-726A-47A8-834A-8F18C378E100}" type="presParOf" srcId="{236F92CB-D31E-4F28-81C2-76128CF1F566}" destId="{B196C684-3D59-440C-8B60-A53FA93F2757}" srcOrd="1" destOrd="0" presId="urn:microsoft.com/office/officeart/2005/8/layout/orgChart1"/>
    <dgm:cxn modelId="{C41504FC-8C16-4B57-83B1-9E407A29CE22}" type="presParOf" srcId="{B196C684-3D59-440C-8B60-A53FA93F2757}" destId="{17F2FE89-923D-4F3C-99B5-26302345BAA2}" srcOrd="0" destOrd="0" presId="urn:microsoft.com/office/officeart/2005/8/layout/orgChart1"/>
    <dgm:cxn modelId="{8BCA651A-E003-4D4E-9BF1-FB9470764BB6}" type="presParOf" srcId="{B196C684-3D59-440C-8B60-A53FA93F2757}" destId="{D16FD5DF-7BA5-49A0-B0A4-C1F7C069EB47}" srcOrd="1" destOrd="0" presId="urn:microsoft.com/office/officeart/2005/8/layout/orgChart1"/>
    <dgm:cxn modelId="{7AF19229-6B0D-45D9-9F73-7A26417CAE6F}" type="presParOf" srcId="{D16FD5DF-7BA5-49A0-B0A4-C1F7C069EB47}" destId="{AF27F899-9B0D-4ABE-974F-E6E18258E1B5}" srcOrd="0" destOrd="0" presId="urn:microsoft.com/office/officeart/2005/8/layout/orgChart1"/>
    <dgm:cxn modelId="{A7AB2154-3F62-4B36-B479-5501DCE57F91}" type="presParOf" srcId="{AF27F899-9B0D-4ABE-974F-E6E18258E1B5}" destId="{12560C36-BCE1-4E78-ABEE-409BD084B9EA}" srcOrd="0" destOrd="0" presId="urn:microsoft.com/office/officeart/2005/8/layout/orgChart1"/>
    <dgm:cxn modelId="{376F5116-9FA9-4780-8768-AF39C9AE6D60}" type="presParOf" srcId="{AF27F899-9B0D-4ABE-974F-E6E18258E1B5}" destId="{4C531565-A2C7-41DC-87BC-5057A3499B96}" srcOrd="1" destOrd="0" presId="urn:microsoft.com/office/officeart/2005/8/layout/orgChart1"/>
    <dgm:cxn modelId="{A37994E3-9C4E-401C-9196-71AEB1E5FDF2}" type="presParOf" srcId="{D16FD5DF-7BA5-49A0-B0A4-C1F7C069EB47}" destId="{0DA4C9FB-CCC5-4A89-85F0-2DDA7F6DD190}" srcOrd="1" destOrd="0" presId="urn:microsoft.com/office/officeart/2005/8/layout/orgChart1"/>
    <dgm:cxn modelId="{584EB595-8A94-456F-A419-B0B02B38DA38}" type="presParOf" srcId="{D16FD5DF-7BA5-49A0-B0A4-C1F7C069EB47}" destId="{405F07E1-D709-418A-A90E-2284D9C3B2A0}" srcOrd="2" destOrd="0" presId="urn:microsoft.com/office/officeart/2005/8/layout/orgChart1"/>
    <dgm:cxn modelId="{1E984A6F-B045-45A8-A604-4AC8C346BBA7}" type="presParOf" srcId="{236F92CB-D31E-4F28-81C2-76128CF1F566}" destId="{6E2DF728-2406-4D4A-B12B-3DCA45DC5000}" srcOrd="2" destOrd="0" presId="urn:microsoft.com/office/officeart/2005/8/layout/orgChart1"/>
    <dgm:cxn modelId="{1E3353A0-CD3F-43D6-B549-2D662B53DD39}" type="presParOf" srcId="{36F88AE2-1502-4FB0-8D52-E293D086CAD7}" destId="{A34E8E39-F97B-4FAC-A009-AC9A2E8FD6EA}" srcOrd="10" destOrd="0" presId="urn:microsoft.com/office/officeart/2005/8/layout/orgChart1"/>
    <dgm:cxn modelId="{21955A3C-9C8E-4F3A-A36D-8913C208358C}" type="presParOf" srcId="{36F88AE2-1502-4FB0-8D52-E293D086CAD7}" destId="{4D4935E0-470B-454A-A087-85E63B7D9A3D}" srcOrd="11" destOrd="0" presId="urn:microsoft.com/office/officeart/2005/8/layout/orgChart1"/>
    <dgm:cxn modelId="{642A0BCA-6405-4C49-BD56-0E154487E2FB}" type="presParOf" srcId="{4D4935E0-470B-454A-A087-85E63B7D9A3D}" destId="{8841BE60-D5A5-4602-992C-6A2EFEA8B6E9}" srcOrd="0" destOrd="0" presId="urn:microsoft.com/office/officeart/2005/8/layout/orgChart1"/>
    <dgm:cxn modelId="{5D65E11C-4565-493B-9122-D5E5F17F7AE1}" type="presParOf" srcId="{8841BE60-D5A5-4602-992C-6A2EFEA8B6E9}" destId="{4DD3E079-E659-4CAA-8BD1-A49E007B995A}" srcOrd="0" destOrd="0" presId="urn:microsoft.com/office/officeart/2005/8/layout/orgChart1"/>
    <dgm:cxn modelId="{C85F10F6-AFE2-452B-BD6A-219D83CF531D}" type="presParOf" srcId="{8841BE60-D5A5-4602-992C-6A2EFEA8B6E9}" destId="{D9E03D1D-3156-453F-9BB7-DA2043496990}" srcOrd="1" destOrd="0" presId="urn:microsoft.com/office/officeart/2005/8/layout/orgChart1"/>
    <dgm:cxn modelId="{8D7385E0-DC31-4B7D-AD0B-AB58D051E454}" type="presParOf" srcId="{4D4935E0-470B-454A-A087-85E63B7D9A3D}" destId="{F347771F-D50D-412C-8DDA-267B4155D226}" srcOrd="1" destOrd="0" presId="urn:microsoft.com/office/officeart/2005/8/layout/orgChart1"/>
    <dgm:cxn modelId="{F640FD7D-8502-4798-AE87-A903DE4FA9D0}" type="presParOf" srcId="{F347771F-D50D-412C-8DDA-267B4155D226}" destId="{E0B4E239-EA6D-4AB8-BFBD-3C844A00FCCC}" srcOrd="0" destOrd="0" presId="urn:microsoft.com/office/officeart/2005/8/layout/orgChart1"/>
    <dgm:cxn modelId="{542D46C1-D455-45A3-8B52-23AF981C1C82}" type="presParOf" srcId="{F347771F-D50D-412C-8DDA-267B4155D226}" destId="{547F3F0F-C869-452C-AC0B-ACDEEE90C3D8}" srcOrd="1" destOrd="0" presId="urn:microsoft.com/office/officeart/2005/8/layout/orgChart1"/>
    <dgm:cxn modelId="{E3CF34F5-D369-4704-95BC-7CFC4D5E4BB9}" type="presParOf" srcId="{547F3F0F-C869-452C-AC0B-ACDEEE90C3D8}" destId="{389E7A89-D3C7-4639-8DBD-685CDE7FE2B7}" srcOrd="0" destOrd="0" presId="urn:microsoft.com/office/officeart/2005/8/layout/orgChart1"/>
    <dgm:cxn modelId="{34F9B215-1EF4-4557-8A9E-2F3B1C8A3006}" type="presParOf" srcId="{389E7A89-D3C7-4639-8DBD-685CDE7FE2B7}" destId="{A0A5AC44-05D8-4ED1-B764-B9483CFC86FD}" srcOrd="0" destOrd="0" presId="urn:microsoft.com/office/officeart/2005/8/layout/orgChart1"/>
    <dgm:cxn modelId="{FE84345D-FDFF-487C-ADDF-F4BEDB97B591}" type="presParOf" srcId="{389E7A89-D3C7-4639-8DBD-685CDE7FE2B7}" destId="{F761C7CE-19C7-4BC6-8BE6-623B1A9A9A85}" srcOrd="1" destOrd="0" presId="urn:microsoft.com/office/officeart/2005/8/layout/orgChart1"/>
    <dgm:cxn modelId="{4C95B0B8-3A60-4206-B551-1DE1281BF069}" type="presParOf" srcId="{547F3F0F-C869-452C-AC0B-ACDEEE90C3D8}" destId="{E66A1A22-D86F-4874-B8FC-4CF8FA5CD49C}" srcOrd="1" destOrd="0" presId="urn:microsoft.com/office/officeart/2005/8/layout/orgChart1"/>
    <dgm:cxn modelId="{58E58E09-3568-4768-B03F-138D8741803B}" type="presParOf" srcId="{547F3F0F-C869-452C-AC0B-ACDEEE90C3D8}" destId="{AB496B2D-69D2-4157-BA6A-0F8CC3ED1178}" srcOrd="2" destOrd="0" presId="urn:microsoft.com/office/officeart/2005/8/layout/orgChart1"/>
    <dgm:cxn modelId="{6551503C-E189-48EC-BC0B-438D48C8731A}" type="presParOf" srcId="{F347771F-D50D-412C-8DDA-267B4155D226}" destId="{0B257208-B03D-4873-BD72-64C0BFE7BB80}" srcOrd="2" destOrd="0" presId="urn:microsoft.com/office/officeart/2005/8/layout/orgChart1"/>
    <dgm:cxn modelId="{2BA395F2-72A2-4480-9F6C-C4C6AA788B42}" type="presParOf" srcId="{F347771F-D50D-412C-8DDA-267B4155D226}" destId="{C74AA743-F5B5-429A-BD28-6C9F37B7255E}" srcOrd="3" destOrd="0" presId="urn:microsoft.com/office/officeart/2005/8/layout/orgChart1"/>
    <dgm:cxn modelId="{FE00DB1A-E4F0-4AE9-A112-47FC31B3EE79}" type="presParOf" srcId="{C74AA743-F5B5-429A-BD28-6C9F37B7255E}" destId="{1A4E0DEC-2790-4A23-A0EE-5FB93136B028}" srcOrd="0" destOrd="0" presId="urn:microsoft.com/office/officeart/2005/8/layout/orgChart1"/>
    <dgm:cxn modelId="{16C1D18E-4DC7-45CF-B92B-F6E4A4AF1776}" type="presParOf" srcId="{1A4E0DEC-2790-4A23-A0EE-5FB93136B028}" destId="{D822EDDF-D7BE-4830-8BE1-464128AA5270}" srcOrd="0" destOrd="0" presId="urn:microsoft.com/office/officeart/2005/8/layout/orgChart1"/>
    <dgm:cxn modelId="{17715E7E-A178-48A3-9D97-359FEB27B92E}" type="presParOf" srcId="{1A4E0DEC-2790-4A23-A0EE-5FB93136B028}" destId="{73027393-6A6F-4408-9F37-DF56B6C1A56F}" srcOrd="1" destOrd="0" presId="urn:microsoft.com/office/officeart/2005/8/layout/orgChart1"/>
    <dgm:cxn modelId="{39082883-B1CA-425A-AFD6-8D933ED60C9F}" type="presParOf" srcId="{C74AA743-F5B5-429A-BD28-6C9F37B7255E}" destId="{0FAFB2FA-1E3D-4680-9983-9A714AC23D13}" srcOrd="1" destOrd="0" presId="urn:microsoft.com/office/officeart/2005/8/layout/orgChart1"/>
    <dgm:cxn modelId="{812E7EA5-2F5C-4C2D-9F26-8331B28FEADB}" type="presParOf" srcId="{C74AA743-F5B5-429A-BD28-6C9F37B7255E}" destId="{044CC11F-4EF7-46C2-8458-8D6B630BEF9F}" srcOrd="2" destOrd="0" presId="urn:microsoft.com/office/officeart/2005/8/layout/orgChart1"/>
    <dgm:cxn modelId="{55079817-C980-4E5B-A0F3-31FF32E9E84E}" type="presParOf" srcId="{4D4935E0-470B-454A-A087-85E63B7D9A3D}" destId="{C4D73A07-34F5-42CA-9616-6CDA7ECFA37F}" srcOrd="2" destOrd="0" presId="urn:microsoft.com/office/officeart/2005/8/layout/orgChart1"/>
    <dgm:cxn modelId="{541D44DD-1940-44EB-A405-937B855105DE}" type="presParOf" srcId="{545F85D4-67AA-47E0-A140-513A42EFBDC6}" destId="{B4C903CE-321E-4209-B68E-F21CA6A88E37}" srcOrd="2" destOrd="0" presId="urn:microsoft.com/office/officeart/2005/8/layout/orgChart1"/>
  </dgm:cxnLst>
  <dgm:bg>
    <a:noFill/>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57208-B03D-4873-BD72-64C0BFE7BB80}">
      <dsp:nvSpPr>
        <dsp:cNvPr id="0" name=""/>
        <dsp:cNvSpPr/>
      </dsp:nvSpPr>
      <dsp:spPr>
        <a:xfrm>
          <a:off x="9598940" y="1206856"/>
          <a:ext cx="197188" cy="1166359"/>
        </a:xfrm>
        <a:custGeom>
          <a:avLst/>
          <a:gdLst/>
          <a:ahLst/>
          <a:cxnLst/>
          <a:rect l="0" t="0" r="0" b="0"/>
          <a:pathLst>
            <a:path>
              <a:moveTo>
                <a:pt x="0" y="0"/>
              </a:moveTo>
              <a:lnTo>
                <a:pt x="0" y="1166359"/>
              </a:lnTo>
              <a:lnTo>
                <a:pt x="197188" y="1166359"/>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E0B4E239-EA6D-4AB8-BFBD-3C844A00FCCC}">
      <dsp:nvSpPr>
        <dsp:cNvPr id="0" name=""/>
        <dsp:cNvSpPr/>
      </dsp:nvSpPr>
      <dsp:spPr>
        <a:xfrm>
          <a:off x="9598940" y="1206856"/>
          <a:ext cx="197188" cy="458568"/>
        </a:xfrm>
        <a:custGeom>
          <a:avLst/>
          <a:gdLst/>
          <a:ahLst/>
          <a:cxnLst/>
          <a:rect l="0" t="0" r="0" b="0"/>
          <a:pathLst>
            <a:path>
              <a:moveTo>
                <a:pt x="0" y="0"/>
              </a:moveTo>
              <a:lnTo>
                <a:pt x="0" y="458568"/>
              </a:lnTo>
              <a:lnTo>
                <a:pt x="197188" y="458568"/>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A34E8E39-F97B-4FAC-A009-AC9A2E8FD6EA}">
      <dsp:nvSpPr>
        <dsp:cNvPr id="0" name=""/>
        <dsp:cNvSpPr/>
      </dsp:nvSpPr>
      <dsp:spPr>
        <a:xfrm>
          <a:off x="5663860" y="498444"/>
          <a:ext cx="4460914" cy="209967"/>
        </a:xfrm>
        <a:custGeom>
          <a:avLst/>
          <a:gdLst/>
          <a:ahLst/>
          <a:cxnLst/>
          <a:rect l="0" t="0" r="0" b="0"/>
          <a:pathLst>
            <a:path>
              <a:moveTo>
                <a:pt x="0" y="0"/>
              </a:moveTo>
              <a:lnTo>
                <a:pt x="0" y="105294"/>
              </a:lnTo>
              <a:lnTo>
                <a:pt x="4460914" y="105294"/>
              </a:lnTo>
              <a:lnTo>
                <a:pt x="4460914"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7F2FE89-923D-4F3C-99B5-26302345BAA2}">
      <dsp:nvSpPr>
        <dsp:cNvPr id="0" name=""/>
        <dsp:cNvSpPr/>
      </dsp:nvSpPr>
      <dsp:spPr>
        <a:xfrm>
          <a:off x="7692793" y="1206856"/>
          <a:ext cx="149533" cy="535114"/>
        </a:xfrm>
        <a:custGeom>
          <a:avLst/>
          <a:gdLst/>
          <a:ahLst/>
          <a:cxnLst/>
          <a:rect l="0" t="0" r="0" b="0"/>
          <a:pathLst>
            <a:path>
              <a:moveTo>
                <a:pt x="0" y="0"/>
              </a:moveTo>
              <a:lnTo>
                <a:pt x="0" y="535114"/>
              </a:lnTo>
              <a:lnTo>
                <a:pt x="149533" y="53511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C0B8E8F5-5261-4BB8-8351-F41EEE304B89}">
      <dsp:nvSpPr>
        <dsp:cNvPr id="0" name=""/>
        <dsp:cNvSpPr/>
      </dsp:nvSpPr>
      <dsp:spPr>
        <a:xfrm>
          <a:off x="5663860" y="498444"/>
          <a:ext cx="2427688" cy="209967"/>
        </a:xfrm>
        <a:custGeom>
          <a:avLst/>
          <a:gdLst/>
          <a:ahLst/>
          <a:cxnLst/>
          <a:rect l="0" t="0" r="0" b="0"/>
          <a:pathLst>
            <a:path>
              <a:moveTo>
                <a:pt x="0" y="0"/>
              </a:moveTo>
              <a:lnTo>
                <a:pt x="0" y="105294"/>
              </a:lnTo>
              <a:lnTo>
                <a:pt x="2427688" y="105294"/>
              </a:lnTo>
              <a:lnTo>
                <a:pt x="2427688"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B02A68B2-BD1F-469F-95C3-E963CE3879AA}">
      <dsp:nvSpPr>
        <dsp:cNvPr id="0" name=""/>
        <dsp:cNvSpPr/>
      </dsp:nvSpPr>
      <dsp:spPr>
        <a:xfrm>
          <a:off x="6191709" y="1206856"/>
          <a:ext cx="144776" cy="1322260"/>
        </a:xfrm>
        <a:custGeom>
          <a:avLst/>
          <a:gdLst/>
          <a:ahLst/>
          <a:cxnLst/>
          <a:rect l="0" t="0" r="0" b="0"/>
          <a:pathLst>
            <a:path>
              <a:moveTo>
                <a:pt x="0" y="0"/>
              </a:moveTo>
              <a:lnTo>
                <a:pt x="0" y="1322260"/>
              </a:lnTo>
              <a:lnTo>
                <a:pt x="144776" y="132226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42CC8CFF-2ACE-4287-8A38-FE0B19AB0E8A}">
      <dsp:nvSpPr>
        <dsp:cNvPr id="0" name=""/>
        <dsp:cNvSpPr/>
      </dsp:nvSpPr>
      <dsp:spPr>
        <a:xfrm>
          <a:off x="6191709" y="1206856"/>
          <a:ext cx="144776" cy="835225"/>
        </a:xfrm>
        <a:custGeom>
          <a:avLst/>
          <a:gdLst/>
          <a:ahLst/>
          <a:cxnLst/>
          <a:rect l="0" t="0" r="0" b="0"/>
          <a:pathLst>
            <a:path>
              <a:moveTo>
                <a:pt x="0" y="0"/>
              </a:moveTo>
              <a:lnTo>
                <a:pt x="0" y="835225"/>
              </a:lnTo>
              <a:lnTo>
                <a:pt x="144776" y="835225"/>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4A297940-E560-43F1-B899-D90CAFEFF9F9}">
      <dsp:nvSpPr>
        <dsp:cNvPr id="0" name=""/>
        <dsp:cNvSpPr/>
      </dsp:nvSpPr>
      <dsp:spPr>
        <a:xfrm>
          <a:off x="6191709" y="1206856"/>
          <a:ext cx="144776" cy="348190"/>
        </a:xfrm>
        <a:custGeom>
          <a:avLst/>
          <a:gdLst/>
          <a:ahLst/>
          <a:cxnLst/>
          <a:rect l="0" t="0" r="0" b="0"/>
          <a:pathLst>
            <a:path>
              <a:moveTo>
                <a:pt x="0" y="0"/>
              </a:moveTo>
              <a:lnTo>
                <a:pt x="0" y="348190"/>
              </a:lnTo>
              <a:lnTo>
                <a:pt x="144776" y="34819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C30796C7-D7C4-4878-AB65-50CA96A8AD01}">
      <dsp:nvSpPr>
        <dsp:cNvPr id="0" name=""/>
        <dsp:cNvSpPr/>
      </dsp:nvSpPr>
      <dsp:spPr>
        <a:xfrm>
          <a:off x="5663860" y="498444"/>
          <a:ext cx="913920" cy="209967"/>
        </a:xfrm>
        <a:custGeom>
          <a:avLst/>
          <a:gdLst/>
          <a:ahLst/>
          <a:cxnLst/>
          <a:rect l="0" t="0" r="0" b="0"/>
          <a:pathLst>
            <a:path>
              <a:moveTo>
                <a:pt x="0" y="0"/>
              </a:moveTo>
              <a:lnTo>
                <a:pt x="0" y="105294"/>
              </a:lnTo>
              <a:lnTo>
                <a:pt x="913920" y="105294"/>
              </a:lnTo>
              <a:lnTo>
                <a:pt x="913920"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5EC49BDC-1198-492C-A48D-927DDAE0DB7E}">
      <dsp:nvSpPr>
        <dsp:cNvPr id="0" name=""/>
        <dsp:cNvSpPr/>
      </dsp:nvSpPr>
      <dsp:spPr>
        <a:xfrm>
          <a:off x="4757525" y="1206851"/>
          <a:ext cx="126345" cy="472126"/>
        </a:xfrm>
        <a:custGeom>
          <a:avLst/>
          <a:gdLst/>
          <a:ahLst/>
          <a:cxnLst/>
          <a:rect l="0" t="0" r="0" b="0"/>
          <a:pathLst>
            <a:path>
              <a:moveTo>
                <a:pt x="0" y="0"/>
              </a:moveTo>
              <a:lnTo>
                <a:pt x="0" y="472126"/>
              </a:lnTo>
              <a:lnTo>
                <a:pt x="126345" y="472126"/>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76F73F54-7CB1-4ACE-9038-DE46166D4079}">
      <dsp:nvSpPr>
        <dsp:cNvPr id="0" name=""/>
        <dsp:cNvSpPr/>
      </dsp:nvSpPr>
      <dsp:spPr>
        <a:xfrm>
          <a:off x="5094445" y="498444"/>
          <a:ext cx="569415" cy="209962"/>
        </a:xfrm>
        <a:custGeom>
          <a:avLst/>
          <a:gdLst/>
          <a:ahLst/>
          <a:cxnLst/>
          <a:rect l="0" t="0" r="0" b="0"/>
          <a:pathLst>
            <a:path>
              <a:moveTo>
                <a:pt x="569415" y="0"/>
              </a:moveTo>
              <a:lnTo>
                <a:pt x="569415" y="105289"/>
              </a:lnTo>
              <a:lnTo>
                <a:pt x="0" y="105289"/>
              </a:lnTo>
              <a:lnTo>
                <a:pt x="0" y="209962"/>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DB7F34E6-B5A3-4846-A04C-EBACBE647391}">
      <dsp:nvSpPr>
        <dsp:cNvPr id="0" name=""/>
        <dsp:cNvSpPr/>
      </dsp:nvSpPr>
      <dsp:spPr>
        <a:xfrm>
          <a:off x="2111105" y="1209413"/>
          <a:ext cx="119087" cy="2974770"/>
        </a:xfrm>
        <a:custGeom>
          <a:avLst/>
          <a:gdLst/>
          <a:ahLst/>
          <a:cxnLst/>
          <a:rect l="0" t="0" r="0" b="0"/>
          <a:pathLst>
            <a:path>
              <a:moveTo>
                <a:pt x="0" y="0"/>
              </a:moveTo>
              <a:lnTo>
                <a:pt x="0" y="2974770"/>
              </a:lnTo>
              <a:lnTo>
                <a:pt x="119087" y="297477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6F40902-B653-4C40-B079-EF437F4745FD}">
      <dsp:nvSpPr>
        <dsp:cNvPr id="0" name=""/>
        <dsp:cNvSpPr/>
      </dsp:nvSpPr>
      <dsp:spPr>
        <a:xfrm>
          <a:off x="2111105" y="1209413"/>
          <a:ext cx="119087" cy="2423017"/>
        </a:xfrm>
        <a:custGeom>
          <a:avLst/>
          <a:gdLst/>
          <a:ahLst/>
          <a:cxnLst/>
          <a:rect l="0" t="0" r="0" b="0"/>
          <a:pathLst>
            <a:path>
              <a:moveTo>
                <a:pt x="0" y="0"/>
              </a:moveTo>
              <a:lnTo>
                <a:pt x="0" y="2423017"/>
              </a:lnTo>
              <a:lnTo>
                <a:pt x="119087" y="242301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83EBAFE2-1374-43BD-84BD-A23B5ABD6892}">
      <dsp:nvSpPr>
        <dsp:cNvPr id="0" name=""/>
        <dsp:cNvSpPr/>
      </dsp:nvSpPr>
      <dsp:spPr>
        <a:xfrm>
          <a:off x="2111105" y="1209413"/>
          <a:ext cx="119087" cy="1929816"/>
        </a:xfrm>
        <a:custGeom>
          <a:avLst/>
          <a:gdLst/>
          <a:ahLst/>
          <a:cxnLst/>
          <a:rect l="0" t="0" r="0" b="0"/>
          <a:pathLst>
            <a:path>
              <a:moveTo>
                <a:pt x="0" y="0"/>
              </a:moveTo>
              <a:lnTo>
                <a:pt x="0" y="1929816"/>
              </a:lnTo>
              <a:lnTo>
                <a:pt x="119087" y="1929816"/>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2CEE59DD-550B-4A18-A1AD-9EB62E296F19}">
      <dsp:nvSpPr>
        <dsp:cNvPr id="0" name=""/>
        <dsp:cNvSpPr/>
      </dsp:nvSpPr>
      <dsp:spPr>
        <a:xfrm>
          <a:off x="2111105" y="1209413"/>
          <a:ext cx="119087" cy="1436616"/>
        </a:xfrm>
        <a:custGeom>
          <a:avLst/>
          <a:gdLst/>
          <a:ahLst/>
          <a:cxnLst/>
          <a:rect l="0" t="0" r="0" b="0"/>
          <a:pathLst>
            <a:path>
              <a:moveTo>
                <a:pt x="0" y="0"/>
              </a:moveTo>
              <a:lnTo>
                <a:pt x="0" y="1436616"/>
              </a:lnTo>
              <a:lnTo>
                <a:pt x="119087" y="1436616"/>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51AD8570-E912-4D3B-AC56-457AA1D5E4F8}">
      <dsp:nvSpPr>
        <dsp:cNvPr id="0" name=""/>
        <dsp:cNvSpPr/>
      </dsp:nvSpPr>
      <dsp:spPr>
        <a:xfrm>
          <a:off x="2111105" y="1209413"/>
          <a:ext cx="119087" cy="893944"/>
        </a:xfrm>
        <a:custGeom>
          <a:avLst/>
          <a:gdLst/>
          <a:ahLst/>
          <a:cxnLst/>
          <a:rect l="0" t="0" r="0" b="0"/>
          <a:pathLst>
            <a:path>
              <a:moveTo>
                <a:pt x="0" y="0"/>
              </a:moveTo>
              <a:lnTo>
                <a:pt x="0" y="893944"/>
              </a:lnTo>
              <a:lnTo>
                <a:pt x="119087" y="89394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6A2A5E04-0027-4083-A33C-78B5179ABE16}">
      <dsp:nvSpPr>
        <dsp:cNvPr id="0" name=""/>
        <dsp:cNvSpPr/>
      </dsp:nvSpPr>
      <dsp:spPr>
        <a:xfrm>
          <a:off x="2111105" y="1209413"/>
          <a:ext cx="119087" cy="351273"/>
        </a:xfrm>
        <a:custGeom>
          <a:avLst/>
          <a:gdLst/>
          <a:ahLst/>
          <a:cxnLst/>
          <a:rect l="0" t="0" r="0" b="0"/>
          <a:pathLst>
            <a:path>
              <a:moveTo>
                <a:pt x="0" y="0"/>
              </a:moveTo>
              <a:lnTo>
                <a:pt x="0" y="351273"/>
              </a:lnTo>
              <a:lnTo>
                <a:pt x="119087" y="351273"/>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FFDA1A9-194B-48AB-A17E-DD23F9DA92B1}">
      <dsp:nvSpPr>
        <dsp:cNvPr id="0" name=""/>
        <dsp:cNvSpPr/>
      </dsp:nvSpPr>
      <dsp:spPr>
        <a:xfrm>
          <a:off x="2506933" y="498444"/>
          <a:ext cx="3156927" cy="212524"/>
        </a:xfrm>
        <a:custGeom>
          <a:avLst/>
          <a:gdLst/>
          <a:ahLst/>
          <a:cxnLst/>
          <a:rect l="0" t="0" r="0" b="0"/>
          <a:pathLst>
            <a:path>
              <a:moveTo>
                <a:pt x="3156927" y="0"/>
              </a:moveTo>
              <a:lnTo>
                <a:pt x="3156927" y="107851"/>
              </a:lnTo>
              <a:lnTo>
                <a:pt x="0" y="107851"/>
              </a:lnTo>
              <a:lnTo>
                <a:pt x="0" y="21252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9FBDAC58-D7BD-46EE-BAED-22A50B73501E}">
      <dsp:nvSpPr>
        <dsp:cNvPr id="0" name=""/>
        <dsp:cNvSpPr/>
      </dsp:nvSpPr>
      <dsp:spPr>
        <a:xfrm>
          <a:off x="295803" y="1206856"/>
          <a:ext cx="342806" cy="2819834"/>
        </a:xfrm>
        <a:custGeom>
          <a:avLst/>
          <a:gdLst/>
          <a:ahLst/>
          <a:cxnLst/>
          <a:rect l="0" t="0" r="0" b="0"/>
          <a:pathLst>
            <a:path>
              <a:moveTo>
                <a:pt x="0" y="0"/>
              </a:moveTo>
              <a:lnTo>
                <a:pt x="0" y="2819834"/>
              </a:lnTo>
              <a:lnTo>
                <a:pt x="342806" y="281983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C35B8903-3443-499B-86F0-E2540D049C8F}">
      <dsp:nvSpPr>
        <dsp:cNvPr id="0" name=""/>
        <dsp:cNvSpPr/>
      </dsp:nvSpPr>
      <dsp:spPr>
        <a:xfrm>
          <a:off x="295803" y="1206856"/>
          <a:ext cx="342806" cy="2326633"/>
        </a:xfrm>
        <a:custGeom>
          <a:avLst/>
          <a:gdLst/>
          <a:ahLst/>
          <a:cxnLst/>
          <a:rect l="0" t="0" r="0" b="0"/>
          <a:pathLst>
            <a:path>
              <a:moveTo>
                <a:pt x="0" y="0"/>
              </a:moveTo>
              <a:lnTo>
                <a:pt x="0" y="2326633"/>
              </a:lnTo>
              <a:lnTo>
                <a:pt x="342806" y="2326633"/>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A4BB7E4F-FCC3-4EC9-BAE8-703F3D86DC4F}">
      <dsp:nvSpPr>
        <dsp:cNvPr id="0" name=""/>
        <dsp:cNvSpPr/>
      </dsp:nvSpPr>
      <dsp:spPr>
        <a:xfrm>
          <a:off x="295803" y="1206856"/>
          <a:ext cx="342806" cy="1833432"/>
        </a:xfrm>
        <a:custGeom>
          <a:avLst/>
          <a:gdLst/>
          <a:ahLst/>
          <a:cxnLst/>
          <a:rect l="0" t="0" r="0" b="0"/>
          <a:pathLst>
            <a:path>
              <a:moveTo>
                <a:pt x="0" y="0"/>
              </a:moveTo>
              <a:lnTo>
                <a:pt x="0" y="1833432"/>
              </a:lnTo>
              <a:lnTo>
                <a:pt x="342806" y="1833432"/>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3F2FD686-4B96-4E90-961D-3F8578F8C453}">
      <dsp:nvSpPr>
        <dsp:cNvPr id="0" name=""/>
        <dsp:cNvSpPr/>
      </dsp:nvSpPr>
      <dsp:spPr>
        <a:xfrm>
          <a:off x="295803" y="1206856"/>
          <a:ext cx="342806" cy="1340232"/>
        </a:xfrm>
        <a:custGeom>
          <a:avLst/>
          <a:gdLst/>
          <a:ahLst/>
          <a:cxnLst/>
          <a:rect l="0" t="0" r="0" b="0"/>
          <a:pathLst>
            <a:path>
              <a:moveTo>
                <a:pt x="0" y="0"/>
              </a:moveTo>
              <a:lnTo>
                <a:pt x="0" y="1340232"/>
              </a:lnTo>
              <a:lnTo>
                <a:pt x="342806" y="1340232"/>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626811E-630B-4776-B269-D80AA91087E5}">
      <dsp:nvSpPr>
        <dsp:cNvPr id="0" name=""/>
        <dsp:cNvSpPr/>
      </dsp:nvSpPr>
      <dsp:spPr>
        <a:xfrm>
          <a:off x="295803" y="1206856"/>
          <a:ext cx="342806" cy="847031"/>
        </a:xfrm>
        <a:custGeom>
          <a:avLst/>
          <a:gdLst/>
          <a:ahLst/>
          <a:cxnLst/>
          <a:rect l="0" t="0" r="0" b="0"/>
          <a:pathLst>
            <a:path>
              <a:moveTo>
                <a:pt x="0" y="0"/>
              </a:moveTo>
              <a:lnTo>
                <a:pt x="0" y="847031"/>
              </a:lnTo>
              <a:lnTo>
                <a:pt x="342806" y="847031"/>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712FB5CE-CA05-43F6-82C8-E8310F63E86A}">
      <dsp:nvSpPr>
        <dsp:cNvPr id="0" name=""/>
        <dsp:cNvSpPr/>
      </dsp:nvSpPr>
      <dsp:spPr>
        <a:xfrm>
          <a:off x="295803" y="1206856"/>
          <a:ext cx="342806" cy="353830"/>
        </a:xfrm>
        <a:custGeom>
          <a:avLst/>
          <a:gdLst/>
          <a:ahLst/>
          <a:cxnLst/>
          <a:rect l="0" t="0" r="0" b="0"/>
          <a:pathLst>
            <a:path>
              <a:moveTo>
                <a:pt x="0" y="0"/>
              </a:moveTo>
              <a:lnTo>
                <a:pt x="0" y="353830"/>
              </a:lnTo>
              <a:lnTo>
                <a:pt x="342806" y="35383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00B09104-B5E2-4D1F-9BEE-CACA494E029F}">
      <dsp:nvSpPr>
        <dsp:cNvPr id="0" name=""/>
        <dsp:cNvSpPr/>
      </dsp:nvSpPr>
      <dsp:spPr>
        <a:xfrm>
          <a:off x="678732" y="498444"/>
          <a:ext cx="4985128" cy="209967"/>
        </a:xfrm>
        <a:custGeom>
          <a:avLst/>
          <a:gdLst/>
          <a:ahLst/>
          <a:cxnLst/>
          <a:rect l="0" t="0" r="0" b="0"/>
          <a:pathLst>
            <a:path>
              <a:moveTo>
                <a:pt x="4985128" y="0"/>
              </a:moveTo>
              <a:lnTo>
                <a:pt x="4985128" y="105294"/>
              </a:lnTo>
              <a:lnTo>
                <a:pt x="0" y="105294"/>
              </a:lnTo>
              <a:lnTo>
                <a:pt x="0"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241526F4-D093-4E9D-BAED-0695FD37EEE8}">
      <dsp:nvSpPr>
        <dsp:cNvPr id="0" name=""/>
        <dsp:cNvSpPr/>
      </dsp:nvSpPr>
      <dsp:spPr>
        <a:xfrm>
          <a:off x="4951444" y="0"/>
          <a:ext cx="1424833"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Tokens in C</a:t>
          </a:r>
        </a:p>
      </dsp:txBody>
      <dsp:txXfrm>
        <a:off x="4951444" y="0"/>
        <a:ext cx="1424833" cy="498444"/>
      </dsp:txXfrm>
    </dsp:sp>
    <dsp:sp modelId="{316149DD-4A20-479B-BCF0-4A4887F9049D}">
      <dsp:nvSpPr>
        <dsp:cNvPr id="0" name=""/>
        <dsp:cNvSpPr/>
      </dsp:nvSpPr>
      <dsp:spPr>
        <a:xfrm>
          <a:off x="200071" y="708411"/>
          <a:ext cx="957322"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Keywords</a:t>
          </a:r>
        </a:p>
      </dsp:txBody>
      <dsp:txXfrm>
        <a:off x="200071" y="708411"/>
        <a:ext cx="957322" cy="498444"/>
      </dsp:txXfrm>
    </dsp:sp>
    <dsp:sp modelId="{B7050186-4FB5-4A46-BFA1-81A4CAF3AC74}">
      <dsp:nvSpPr>
        <dsp:cNvPr id="0" name=""/>
        <dsp:cNvSpPr/>
      </dsp:nvSpPr>
      <dsp:spPr>
        <a:xfrm>
          <a:off x="638610" y="1418759"/>
          <a:ext cx="1028549"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void</a:t>
          </a:r>
        </a:p>
      </dsp:txBody>
      <dsp:txXfrm>
        <a:off x="638610" y="1418759"/>
        <a:ext cx="1028549" cy="283854"/>
      </dsp:txXfrm>
    </dsp:sp>
    <dsp:sp modelId="{FE72D7D6-90BC-428A-9F13-437DFEDD1E5A}">
      <dsp:nvSpPr>
        <dsp:cNvPr id="0" name=""/>
        <dsp:cNvSpPr/>
      </dsp:nvSpPr>
      <dsp:spPr>
        <a:xfrm>
          <a:off x="638610" y="1911960"/>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while</a:t>
          </a:r>
          <a:endParaRPr lang="en-US" sz="1200" kern="1200" noProof="0" dirty="0"/>
        </a:p>
      </dsp:txBody>
      <dsp:txXfrm>
        <a:off x="638610" y="1911960"/>
        <a:ext cx="996888" cy="283854"/>
      </dsp:txXfrm>
    </dsp:sp>
    <dsp:sp modelId="{C2BE18C1-5CCE-47C6-8255-2BEA16B15BB7}">
      <dsp:nvSpPr>
        <dsp:cNvPr id="0" name=""/>
        <dsp:cNvSpPr/>
      </dsp:nvSpPr>
      <dsp:spPr>
        <a:xfrm>
          <a:off x="638610" y="2405161"/>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if</a:t>
          </a:r>
          <a:endParaRPr lang="en-US" sz="1200" kern="1200" noProof="0" dirty="0"/>
        </a:p>
      </dsp:txBody>
      <dsp:txXfrm>
        <a:off x="638610" y="2405161"/>
        <a:ext cx="996888" cy="283854"/>
      </dsp:txXfrm>
    </dsp:sp>
    <dsp:sp modelId="{1E9329F2-5F8B-411F-AFB1-645736719AD2}">
      <dsp:nvSpPr>
        <dsp:cNvPr id="0" name=""/>
        <dsp:cNvSpPr/>
      </dsp:nvSpPr>
      <dsp:spPr>
        <a:xfrm>
          <a:off x="638610" y="2898361"/>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int</a:t>
          </a:r>
          <a:endParaRPr lang="da-DK" sz="1200" kern="1200" noProof="0" dirty="0"/>
        </a:p>
      </dsp:txBody>
      <dsp:txXfrm>
        <a:off x="638610" y="2898361"/>
        <a:ext cx="996888" cy="283854"/>
      </dsp:txXfrm>
    </dsp:sp>
    <dsp:sp modelId="{55DA1A5A-12A0-4BB0-A1B2-14D807FF6FD8}">
      <dsp:nvSpPr>
        <dsp:cNvPr id="0" name=""/>
        <dsp:cNvSpPr/>
      </dsp:nvSpPr>
      <dsp:spPr>
        <a:xfrm>
          <a:off x="638610" y="3391562"/>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break</a:t>
          </a:r>
        </a:p>
      </dsp:txBody>
      <dsp:txXfrm>
        <a:off x="638610" y="3391562"/>
        <a:ext cx="996888" cy="283854"/>
      </dsp:txXfrm>
    </dsp:sp>
    <dsp:sp modelId="{9793A294-0BA3-43F6-851A-3E2D432D442C}">
      <dsp:nvSpPr>
        <dsp:cNvPr id="0" name=""/>
        <dsp:cNvSpPr/>
      </dsp:nvSpPr>
      <dsp:spPr>
        <a:xfrm>
          <a:off x="638610" y="3884763"/>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a:t>
          </a:r>
        </a:p>
      </dsp:txBody>
      <dsp:txXfrm>
        <a:off x="638610" y="3884763"/>
        <a:ext cx="996888" cy="283854"/>
      </dsp:txXfrm>
    </dsp:sp>
    <dsp:sp modelId="{AD6FCBA5-107F-4E39-9D14-0F9C209CE42B}">
      <dsp:nvSpPr>
        <dsp:cNvPr id="0" name=""/>
        <dsp:cNvSpPr/>
      </dsp:nvSpPr>
      <dsp:spPr>
        <a:xfrm>
          <a:off x="2012148" y="710968"/>
          <a:ext cx="989571"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Operators</a:t>
          </a:r>
        </a:p>
      </dsp:txBody>
      <dsp:txXfrm>
        <a:off x="2012148" y="710968"/>
        <a:ext cx="989571" cy="498444"/>
      </dsp:txXfrm>
    </dsp:sp>
    <dsp:sp modelId="{F0CECF85-B5C3-4F33-9B57-BF760E7F8936}">
      <dsp:nvSpPr>
        <dsp:cNvPr id="0" name=""/>
        <dsp:cNvSpPr/>
      </dsp:nvSpPr>
      <dsp:spPr>
        <a:xfrm>
          <a:off x="2230192" y="1418759"/>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err="1"/>
            <a:t>Arithmatic</a:t>
          </a:r>
          <a:r>
            <a:rPr lang="en-US" sz="1200" kern="1200" noProof="0" dirty="0"/>
            <a:t>: +, -, /, *, %</a:t>
          </a:r>
        </a:p>
      </dsp:txBody>
      <dsp:txXfrm>
        <a:off x="2230192" y="1418759"/>
        <a:ext cx="2364031" cy="283854"/>
      </dsp:txXfrm>
    </dsp:sp>
    <dsp:sp modelId="{AFDD2A41-0AC4-4DD3-BF5A-FAA889D200B5}">
      <dsp:nvSpPr>
        <dsp:cNvPr id="0" name=""/>
        <dsp:cNvSpPr/>
      </dsp:nvSpPr>
      <dsp:spPr>
        <a:xfrm>
          <a:off x="2230192" y="1911960"/>
          <a:ext cx="2364031" cy="382795"/>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Relational: &lt;, &lt;=, &gt;, &gt;=, ==, !=</a:t>
          </a:r>
        </a:p>
      </dsp:txBody>
      <dsp:txXfrm>
        <a:off x="2230192" y="1911960"/>
        <a:ext cx="2364031" cy="382795"/>
      </dsp:txXfrm>
    </dsp:sp>
    <dsp:sp modelId="{C588F604-4C71-459E-9996-F4A026851A65}">
      <dsp:nvSpPr>
        <dsp:cNvPr id="0" name=""/>
        <dsp:cNvSpPr/>
      </dsp:nvSpPr>
      <dsp:spPr>
        <a:xfrm>
          <a:off x="2230192" y="2504102"/>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Logical: &amp;&amp;, ||, !</a:t>
          </a:r>
        </a:p>
      </dsp:txBody>
      <dsp:txXfrm>
        <a:off x="2230192" y="2504102"/>
        <a:ext cx="2364031" cy="283854"/>
      </dsp:txXfrm>
    </dsp:sp>
    <dsp:sp modelId="{7A48EC60-51F3-4E67-AB7D-07B29B70C60D}">
      <dsp:nvSpPr>
        <dsp:cNvPr id="0" name=""/>
        <dsp:cNvSpPr/>
      </dsp:nvSpPr>
      <dsp:spPr>
        <a:xfrm>
          <a:off x="2230192" y="2997303"/>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Bitwise: &amp;, |, &lt;&lt;, &gt;&gt;, ~, ^</a:t>
          </a:r>
        </a:p>
      </dsp:txBody>
      <dsp:txXfrm>
        <a:off x="2230192" y="2997303"/>
        <a:ext cx="2364031" cy="283854"/>
      </dsp:txXfrm>
    </dsp:sp>
    <dsp:sp modelId="{C25DE249-8875-4463-85D3-99FDECF1277F}">
      <dsp:nvSpPr>
        <dsp:cNvPr id="0" name=""/>
        <dsp:cNvSpPr/>
      </dsp:nvSpPr>
      <dsp:spPr>
        <a:xfrm>
          <a:off x="2230192" y="3490503"/>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Conditonal</a:t>
          </a:r>
          <a:r>
            <a:rPr lang="da-DK" sz="1200" kern="1200" noProof="0" dirty="0"/>
            <a:t>: ? :</a:t>
          </a:r>
          <a:endParaRPr lang="en-US" sz="1200" kern="1200" noProof="0" dirty="0"/>
        </a:p>
      </dsp:txBody>
      <dsp:txXfrm>
        <a:off x="2230192" y="3490503"/>
        <a:ext cx="2364031" cy="283854"/>
      </dsp:txXfrm>
    </dsp:sp>
    <dsp:sp modelId="{284AAC9C-A343-418C-96D3-0EC938A08886}">
      <dsp:nvSpPr>
        <dsp:cNvPr id="0" name=""/>
        <dsp:cNvSpPr/>
      </dsp:nvSpPr>
      <dsp:spPr>
        <a:xfrm>
          <a:off x="2230192" y="3981768"/>
          <a:ext cx="2364031" cy="404831"/>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Assignment</a:t>
          </a:r>
          <a:r>
            <a:rPr lang="da-DK" sz="1200" kern="1200" noProof="0" dirty="0"/>
            <a:t>: =, +=, -=, *=, /=, %=</a:t>
          </a:r>
          <a:endParaRPr lang="en-US" sz="1200" kern="1200" noProof="0" dirty="0"/>
        </a:p>
      </dsp:txBody>
      <dsp:txXfrm>
        <a:off x="2230192" y="3981768"/>
        <a:ext cx="2364031" cy="404831"/>
      </dsp:txXfrm>
    </dsp:sp>
    <dsp:sp modelId="{ECF10C6A-7C39-40A8-BEE0-63935E4B7D7A}">
      <dsp:nvSpPr>
        <dsp:cNvPr id="0" name=""/>
        <dsp:cNvSpPr/>
      </dsp:nvSpPr>
      <dsp:spPr>
        <a:xfrm>
          <a:off x="4673295" y="708406"/>
          <a:ext cx="842301"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Strings</a:t>
          </a:r>
        </a:p>
      </dsp:txBody>
      <dsp:txXfrm>
        <a:off x="4673295" y="708406"/>
        <a:ext cx="842301" cy="498444"/>
      </dsp:txXfrm>
    </dsp:sp>
    <dsp:sp modelId="{0B44B6FA-92BD-4B30-B532-624F03EFA2BF}">
      <dsp:nvSpPr>
        <dsp:cNvPr id="0" name=""/>
        <dsp:cNvSpPr/>
      </dsp:nvSpPr>
      <dsp:spPr>
        <a:xfrm>
          <a:off x="4883870" y="1408222"/>
          <a:ext cx="1028549" cy="541509"/>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"Hello, World!"</a:t>
          </a:r>
        </a:p>
      </dsp:txBody>
      <dsp:txXfrm>
        <a:off x="4883870" y="1408222"/>
        <a:ext cx="1028549" cy="541509"/>
      </dsp:txXfrm>
    </dsp:sp>
    <dsp:sp modelId="{4EA816CB-6AB7-4D30-91D2-E19223664521}">
      <dsp:nvSpPr>
        <dsp:cNvPr id="0" name=""/>
        <dsp:cNvSpPr/>
      </dsp:nvSpPr>
      <dsp:spPr>
        <a:xfrm>
          <a:off x="6095192" y="708411"/>
          <a:ext cx="965177"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Constants</a:t>
          </a:r>
        </a:p>
      </dsp:txBody>
      <dsp:txXfrm>
        <a:off x="6095192" y="708411"/>
        <a:ext cx="965177" cy="498444"/>
      </dsp:txXfrm>
    </dsp:sp>
    <dsp:sp modelId="{70190753-20EF-468A-AF58-9CECB07CAC07}">
      <dsp:nvSpPr>
        <dsp:cNvPr id="0" name=""/>
        <dsp:cNvSpPr/>
      </dsp:nvSpPr>
      <dsp:spPr>
        <a:xfrm>
          <a:off x="6336486" y="1416202"/>
          <a:ext cx="1097115" cy="277688"/>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Integer</a:t>
          </a:r>
        </a:p>
      </dsp:txBody>
      <dsp:txXfrm>
        <a:off x="6336486" y="1416202"/>
        <a:ext cx="1097115" cy="277688"/>
      </dsp:txXfrm>
    </dsp:sp>
    <dsp:sp modelId="{66591EBC-DAA4-4B50-99CE-1E8801ECC50E}">
      <dsp:nvSpPr>
        <dsp:cNvPr id="0" name=""/>
        <dsp:cNvSpPr/>
      </dsp:nvSpPr>
      <dsp:spPr>
        <a:xfrm>
          <a:off x="6336486" y="1903237"/>
          <a:ext cx="1097115" cy="277688"/>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Float</a:t>
          </a:r>
        </a:p>
      </dsp:txBody>
      <dsp:txXfrm>
        <a:off x="6336486" y="1903237"/>
        <a:ext cx="1097115" cy="277688"/>
      </dsp:txXfrm>
    </dsp:sp>
    <dsp:sp modelId="{2560D3C0-49B9-4733-B1A3-1F04E90C7D41}">
      <dsp:nvSpPr>
        <dsp:cNvPr id="0" name=""/>
        <dsp:cNvSpPr/>
      </dsp:nvSpPr>
      <dsp:spPr>
        <a:xfrm>
          <a:off x="6336486" y="2390272"/>
          <a:ext cx="1097115" cy="277688"/>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Character</a:t>
          </a:r>
        </a:p>
      </dsp:txBody>
      <dsp:txXfrm>
        <a:off x="6336486" y="2390272"/>
        <a:ext cx="1097115" cy="277688"/>
      </dsp:txXfrm>
    </dsp:sp>
    <dsp:sp modelId="{6E874E0E-CD39-4B8F-8BB1-758447ADE981}">
      <dsp:nvSpPr>
        <dsp:cNvPr id="0" name=""/>
        <dsp:cNvSpPr/>
      </dsp:nvSpPr>
      <dsp:spPr>
        <a:xfrm>
          <a:off x="7593104" y="708411"/>
          <a:ext cx="996888"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Special Characters</a:t>
          </a:r>
        </a:p>
      </dsp:txBody>
      <dsp:txXfrm>
        <a:off x="7593104" y="708411"/>
        <a:ext cx="996888" cy="498444"/>
      </dsp:txXfrm>
    </dsp:sp>
    <dsp:sp modelId="{12560C36-BCE1-4E78-ABEE-409BD084B9EA}">
      <dsp:nvSpPr>
        <dsp:cNvPr id="0" name=""/>
        <dsp:cNvSpPr/>
      </dsp:nvSpPr>
      <dsp:spPr>
        <a:xfrm>
          <a:off x="7842326" y="1416202"/>
          <a:ext cx="1425550" cy="651536"/>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 [], (), \, /, #, …</a:t>
          </a:r>
          <a:endParaRPr lang="en-US" sz="1400" kern="1200" noProof="0" dirty="0"/>
        </a:p>
      </dsp:txBody>
      <dsp:txXfrm>
        <a:off x="7842326" y="1416202"/>
        <a:ext cx="1425550" cy="651536"/>
      </dsp:txXfrm>
    </dsp:sp>
    <dsp:sp modelId="{4DD3E079-E659-4CAA-8BD1-A49E007B995A}">
      <dsp:nvSpPr>
        <dsp:cNvPr id="0" name=""/>
        <dsp:cNvSpPr/>
      </dsp:nvSpPr>
      <dsp:spPr>
        <a:xfrm>
          <a:off x="9467482" y="708411"/>
          <a:ext cx="1314587"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Identifies</a:t>
          </a:r>
          <a:br>
            <a:rPr lang="en-US" sz="1400" kern="1200" noProof="0" dirty="0"/>
          </a:br>
          <a:r>
            <a:rPr lang="en-US" sz="1400" kern="1200" noProof="0" dirty="0"/>
            <a:t>(user-defined)</a:t>
          </a:r>
        </a:p>
      </dsp:txBody>
      <dsp:txXfrm>
        <a:off x="9467482" y="708411"/>
        <a:ext cx="1314587" cy="498444"/>
      </dsp:txXfrm>
    </dsp:sp>
    <dsp:sp modelId="{A0A5AC44-05D8-4ED1-B764-B9483CFC86FD}">
      <dsp:nvSpPr>
        <dsp:cNvPr id="0" name=""/>
        <dsp:cNvSpPr/>
      </dsp:nvSpPr>
      <dsp:spPr>
        <a:xfrm>
          <a:off x="9796128" y="1416202"/>
          <a:ext cx="996888"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Variable </a:t>
          </a:r>
          <a:r>
            <a:rPr lang="da-DK" sz="1400" kern="1200" noProof="0" dirty="0" err="1"/>
            <a:t>names</a:t>
          </a:r>
          <a:endParaRPr lang="en-US" sz="1400" kern="1200" noProof="0" dirty="0"/>
        </a:p>
      </dsp:txBody>
      <dsp:txXfrm>
        <a:off x="9796128" y="1416202"/>
        <a:ext cx="996888" cy="498444"/>
      </dsp:txXfrm>
    </dsp:sp>
    <dsp:sp modelId="{D822EDDF-D7BE-4830-8BE1-464128AA5270}">
      <dsp:nvSpPr>
        <dsp:cNvPr id="0" name=""/>
        <dsp:cNvSpPr/>
      </dsp:nvSpPr>
      <dsp:spPr>
        <a:xfrm>
          <a:off x="9796128" y="2123993"/>
          <a:ext cx="996888"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err="1"/>
            <a:t>Function</a:t>
          </a:r>
          <a:r>
            <a:rPr lang="da-DK" sz="1400" kern="1200" noProof="0" dirty="0"/>
            <a:t> </a:t>
          </a:r>
          <a:r>
            <a:rPr lang="da-DK" sz="1400" kern="1200" noProof="0" dirty="0" err="1"/>
            <a:t>names</a:t>
          </a:r>
          <a:endParaRPr lang="en-US" sz="1400" kern="1200" noProof="0" dirty="0"/>
        </a:p>
      </dsp:txBody>
      <dsp:txXfrm>
        <a:off x="9796128" y="2123993"/>
        <a:ext cx="996888" cy="4984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257208-B03D-4873-BD72-64C0BFE7BB80}">
      <dsp:nvSpPr>
        <dsp:cNvPr id="0" name=""/>
        <dsp:cNvSpPr/>
      </dsp:nvSpPr>
      <dsp:spPr>
        <a:xfrm>
          <a:off x="9598940" y="1206856"/>
          <a:ext cx="197188" cy="1166359"/>
        </a:xfrm>
        <a:custGeom>
          <a:avLst/>
          <a:gdLst/>
          <a:ahLst/>
          <a:cxnLst/>
          <a:rect l="0" t="0" r="0" b="0"/>
          <a:pathLst>
            <a:path>
              <a:moveTo>
                <a:pt x="0" y="0"/>
              </a:moveTo>
              <a:lnTo>
                <a:pt x="0" y="1166359"/>
              </a:lnTo>
              <a:lnTo>
                <a:pt x="197188" y="1166359"/>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E0B4E239-EA6D-4AB8-BFBD-3C844A00FCCC}">
      <dsp:nvSpPr>
        <dsp:cNvPr id="0" name=""/>
        <dsp:cNvSpPr/>
      </dsp:nvSpPr>
      <dsp:spPr>
        <a:xfrm>
          <a:off x="9598940" y="1206856"/>
          <a:ext cx="197188" cy="458568"/>
        </a:xfrm>
        <a:custGeom>
          <a:avLst/>
          <a:gdLst/>
          <a:ahLst/>
          <a:cxnLst/>
          <a:rect l="0" t="0" r="0" b="0"/>
          <a:pathLst>
            <a:path>
              <a:moveTo>
                <a:pt x="0" y="0"/>
              </a:moveTo>
              <a:lnTo>
                <a:pt x="0" y="458568"/>
              </a:lnTo>
              <a:lnTo>
                <a:pt x="197188" y="458568"/>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A34E8E39-F97B-4FAC-A009-AC9A2E8FD6EA}">
      <dsp:nvSpPr>
        <dsp:cNvPr id="0" name=""/>
        <dsp:cNvSpPr/>
      </dsp:nvSpPr>
      <dsp:spPr>
        <a:xfrm>
          <a:off x="5663860" y="498444"/>
          <a:ext cx="4460914" cy="209967"/>
        </a:xfrm>
        <a:custGeom>
          <a:avLst/>
          <a:gdLst/>
          <a:ahLst/>
          <a:cxnLst/>
          <a:rect l="0" t="0" r="0" b="0"/>
          <a:pathLst>
            <a:path>
              <a:moveTo>
                <a:pt x="0" y="0"/>
              </a:moveTo>
              <a:lnTo>
                <a:pt x="0" y="105294"/>
              </a:lnTo>
              <a:lnTo>
                <a:pt x="4460914" y="105294"/>
              </a:lnTo>
              <a:lnTo>
                <a:pt x="4460914"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7F2FE89-923D-4F3C-99B5-26302345BAA2}">
      <dsp:nvSpPr>
        <dsp:cNvPr id="0" name=""/>
        <dsp:cNvSpPr/>
      </dsp:nvSpPr>
      <dsp:spPr>
        <a:xfrm>
          <a:off x="7692793" y="1206856"/>
          <a:ext cx="149533" cy="535114"/>
        </a:xfrm>
        <a:custGeom>
          <a:avLst/>
          <a:gdLst/>
          <a:ahLst/>
          <a:cxnLst/>
          <a:rect l="0" t="0" r="0" b="0"/>
          <a:pathLst>
            <a:path>
              <a:moveTo>
                <a:pt x="0" y="0"/>
              </a:moveTo>
              <a:lnTo>
                <a:pt x="0" y="535114"/>
              </a:lnTo>
              <a:lnTo>
                <a:pt x="149533" y="53511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C0B8E8F5-5261-4BB8-8351-F41EEE304B89}">
      <dsp:nvSpPr>
        <dsp:cNvPr id="0" name=""/>
        <dsp:cNvSpPr/>
      </dsp:nvSpPr>
      <dsp:spPr>
        <a:xfrm>
          <a:off x="5663860" y="498444"/>
          <a:ext cx="2427688" cy="209967"/>
        </a:xfrm>
        <a:custGeom>
          <a:avLst/>
          <a:gdLst/>
          <a:ahLst/>
          <a:cxnLst/>
          <a:rect l="0" t="0" r="0" b="0"/>
          <a:pathLst>
            <a:path>
              <a:moveTo>
                <a:pt x="0" y="0"/>
              </a:moveTo>
              <a:lnTo>
                <a:pt x="0" y="105294"/>
              </a:lnTo>
              <a:lnTo>
                <a:pt x="2427688" y="105294"/>
              </a:lnTo>
              <a:lnTo>
                <a:pt x="2427688"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B02A68B2-BD1F-469F-95C3-E963CE3879AA}">
      <dsp:nvSpPr>
        <dsp:cNvPr id="0" name=""/>
        <dsp:cNvSpPr/>
      </dsp:nvSpPr>
      <dsp:spPr>
        <a:xfrm>
          <a:off x="6191709" y="1206856"/>
          <a:ext cx="144776" cy="1322260"/>
        </a:xfrm>
        <a:custGeom>
          <a:avLst/>
          <a:gdLst/>
          <a:ahLst/>
          <a:cxnLst/>
          <a:rect l="0" t="0" r="0" b="0"/>
          <a:pathLst>
            <a:path>
              <a:moveTo>
                <a:pt x="0" y="0"/>
              </a:moveTo>
              <a:lnTo>
                <a:pt x="0" y="1322260"/>
              </a:lnTo>
              <a:lnTo>
                <a:pt x="144776" y="132226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42CC8CFF-2ACE-4287-8A38-FE0B19AB0E8A}">
      <dsp:nvSpPr>
        <dsp:cNvPr id="0" name=""/>
        <dsp:cNvSpPr/>
      </dsp:nvSpPr>
      <dsp:spPr>
        <a:xfrm>
          <a:off x="6191709" y="1206856"/>
          <a:ext cx="144776" cy="835225"/>
        </a:xfrm>
        <a:custGeom>
          <a:avLst/>
          <a:gdLst/>
          <a:ahLst/>
          <a:cxnLst/>
          <a:rect l="0" t="0" r="0" b="0"/>
          <a:pathLst>
            <a:path>
              <a:moveTo>
                <a:pt x="0" y="0"/>
              </a:moveTo>
              <a:lnTo>
                <a:pt x="0" y="835225"/>
              </a:lnTo>
              <a:lnTo>
                <a:pt x="144776" y="835225"/>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4A297940-E560-43F1-B899-D90CAFEFF9F9}">
      <dsp:nvSpPr>
        <dsp:cNvPr id="0" name=""/>
        <dsp:cNvSpPr/>
      </dsp:nvSpPr>
      <dsp:spPr>
        <a:xfrm>
          <a:off x="6191709" y="1206856"/>
          <a:ext cx="144776" cy="348190"/>
        </a:xfrm>
        <a:custGeom>
          <a:avLst/>
          <a:gdLst/>
          <a:ahLst/>
          <a:cxnLst/>
          <a:rect l="0" t="0" r="0" b="0"/>
          <a:pathLst>
            <a:path>
              <a:moveTo>
                <a:pt x="0" y="0"/>
              </a:moveTo>
              <a:lnTo>
                <a:pt x="0" y="348190"/>
              </a:lnTo>
              <a:lnTo>
                <a:pt x="144776" y="34819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C30796C7-D7C4-4878-AB65-50CA96A8AD01}">
      <dsp:nvSpPr>
        <dsp:cNvPr id="0" name=""/>
        <dsp:cNvSpPr/>
      </dsp:nvSpPr>
      <dsp:spPr>
        <a:xfrm>
          <a:off x="5663860" y="498444"/>
          <a:ext cx="913920" cy="209967"/>
        </a:xfrm>
        <a:custGeom>
          <a:avLst/>
          <a:gdLst/>
          <a:ahLst/>
          <a:cxnLst/>
          <a:rect l="0" t="0" r="0" b="0"/>
          <a:pathLst>
            <a:path>
              <a:moveTo>
                <a:pt x="0" y="0"/>
              </a:moveTo>
              <a:lnTo>
                <a:pt x="0" y="105294"/>
              </a:lnTo>
              <a:lnTo>
                <a:pt x="913920" y="105294"/>
              </a:lnTo>
              <a:lnTo>
                <a:pt x="913920"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5EC49BDC-1198-492C-A48D-927DDAE0DB7E}">
      <dsp:nvSpPr>
        <dsp:cNvPr id="0" name=""/>
        <dsp:cNvSpPr/>
      </dsp:nvSpPr>
      <dsp:spPr>
        <a:xfrm>
          <a:off x="4757525" y="1206851"/>
          <a:ext cx="126345" cy="472126"/>
        </a:xfrm>
        <a:custGeom>
          <a:avLst/>
          <a:gdLst/>
          <a:ahLst/>
          <a:cxnLst/>
          <a:rect l="0" t="0" r="0" b="0"/>
          <a:pathLst>
            <a:path>
              <a:moveTo>
                <a:pt x="0" y="0"/>
              </a:moveTo>
              <a:lnTo>
                <a:pt x="0" y="472126"/>
              </a:lnTo>
              <a:lnTo>
                <a:pt x="126345" y="472126"/>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76F73F54-7CB1-4ACE-9038-DE46166D4079}">
      <dsp:nvSpPr>
        <dsp:cNvPr id="0" name=""/>
        <dsp:cNvSpPr/>
      </dsp:nvSpPr>
      <dsp:spPr>
        <a:xfrm>
          <a:off x="5094445" y="498444"/>
          <a:ext cx="569415" cy="209962"/>
        </a:xfrm>
        <a:custGeom>
          <a:avLst/>
          <a:gdLst/>
          <a:ahLst/>
          <a:cxnLst/>
          <a:rect l="0" t="0" r="0" b="0"/>
          <a:pathLst>
            <a:path>
              <a:moveTo>
                <a:pt x="569415" y="0"/>
              </a:moveTo>
              <a:lnTo>
                <a:pt x="569415" y="105289"/>
              </a:lnTo>
              <a:lnTo>
                <a:pt x="0" y="105289"/>
              </a:lnTo>
              <a:lnTo>
                <a:pt x="0" y="209962"/>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DB7F34E6-B5A3-4846-A04C-EBACBE647391}">
      <dsp:nvSpPr>
        <dsp:cNvPr id="0" name=""/>
        <dsp:cNvSpPr/>
      </dsp:nvSpPr>
      <dsp:spPr>
        <a:xfrm>
          <a:off x="2111105" y="1209413"/>
          <a:ext cx="119087" cy="2974770"/>
        </a:xfrm>
        <a:custGeom>
          <a:avLst/>
          <a:gdLst/>
          <a:ahLst/>
          <a:cxnLst/>
          <a:rect l="0" t="0" r="0" b="0"/>
          <a:pathLst>
            <a:path>
              <a:moveTo>
                <a:pt x="0" y="0"/>
              </a:moveTo>
              <a:lnTo>
                <a:pt x="0" y="2974770"/>
              </a:lnTo>
              <a:lnTo>
                <a:pt x="119087" y="297477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6F40902-B653-4C40-B079-EF437F4745FD}">
      <dsp:nvSpPr>
        <dsp:cNvPr id="0" name=""/>
        <dsp:cNvSpPr/>
      </dsp:nvSpPr>
      <dsp:spPr>
        <a:xfrm>
          <a:off x="2111105" y="1209413"/>
          <a:ext cx="119087" cy="2423017"/>
        </a:xfrm>
        <a:custGeom>
          <a:avLst/>
          <a:gdLst/>
          <a:ahLst/>
          <a:cxnLst/>
          <a:rect l="0" t="0" r="0" b="0"/>
          <a:pathLst>
            <a:path>
              <a:moveTo>
                <a:pt x="0" y="0"/>
              </a:moveTo>
              <a:lnTo>
                <a:pt x="0" y="2423017"/>
              </a:lnTo>
              <a:lnTo>
                <a:pt x="119087" y="242301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83EBAFE2-1374-43BD-84BD-A23B5ABD6892}">
      <dsp:nvSpPr>
        <dsp:cNvPr id="0" name=""/>
        <dsp:cNvSpPr/>
      </dsp:nvSpPr>
      <dsp:spPr>
        <a:xfrm>
          <a:off x="2111105" y="1209413"/>
          <a:ext cx="119087" cy="1929816"/>
        </a:xfrm>
        <a:custGeom>
          <a:avLst/>
          <a:gdLst/>
          <a:ahLst/>
          <a:cxnLst/>
          <a:rect l="0" t="0" r="0" b="0"/>
          <a:pathLst>
            <a:path>
              <a:moveTo>
                <a:pt x="0" y="0"/>
              </a:moveTo>
              <a:lnTo>
                <a:pt x="0" y="1929816"/>
              </a:lnTo>
              <a:lnTo>
                <a:pt x="119087" y="1929816"/>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2CEE59DD-550B-4A18-A1AD-9EB62E296F19}">
      <dsp:nvSpPr>
        <dsp:cNvPr id="0" name=""/>
        <dsp:cNvSpPr/>
      </dsp:nvSpPr>
      <dsp:spPr>
        <a:xfrm>
          <a:off x="2111105" y="1209413"/>
          <a:ext cx="119087" cy="1436616"/>
        </a:xfrm>
        <a:custGeom>
          <a:avLst/>
          <a:gdLst/>
          <a:ahLst/>
          <a:cxnLst/>
          <a:rect l="0" t="0" r="0" b="0"/>
          <a:pathLst>
            <a:path>
              <a:moveTo>
                <a:pt x="0" y="0"/>
              </a:moveTo>
              <a:lnTo>
                <a:pt x="0" y="1436616"/>
              </a:lnTo>
              <a:lnTo>
                <a:pt x="119087" y="1436616"/>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51AD8570-E912-4D3B-AC56-457AA1D5E4F8}">
      <dsp:nvSpPr>
        <dsp:cNvPr id="0" name=""/>
        <dsp:cNvSpPr/>
      </dsp:nvSpPr>
      <dsp:spPr>
        <a:xfrm>
          <a:off x="2111105" y="1209413"/>
          <a:ext cx="119087" cy="893944"/>
        </a:xfrm>
        <a:custGeom>
          <a:avLst/>
          <a:gdLst/>
          <a:ahLst/>
          <a:cxnLst/>
          <a:rect l="0" t="0" r="0" b="0"/>
          <a:pathLst>
            <a:path>
              <a:moveTo>
                <a:pt x="0" y="0"/>
              </a:moveTo>
              <a:lnTo>
                <a:pt x="0" y="893944"/>
              </a:lnTo>
              <a:lnTo>
                <a:pt x="119087" y="89394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6A2A5E04-0027-4083-A33C-78B5179ABE16}">
      <dsp:nvSpPr>
        <dsp:cNvPr id="0" name=""/>
        <dsp:cNvSpPr/>
      </dsp:nvSpPr>
      <dsp:spPr>
        <a:xfrm>
          <a:off x="2111105" y="1209413"/>
          <a:ext cx="119087" cy="351273"/>
        </a:xfrm>
        <a:custGeom>
          <a:avLst/>
          <a:gdLst/>
          <a:ahLst/>
          <a:cxnLst/>
          <a:rect l="0" t="0" r="0" b="0"/>
          <a:pathLst>
            <a:path>
              <a:moveTo>
                <a:pt x="0" y="0"/>
              </a:moveTo>
              <a:lnTo>
                <a:pt x="0" y="351273"/>
              </a:lnTo>
              <a:lnTo>
                <a:pt x="119087" y="351273"/>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FFDA1A9-194B-48AB-A17E-DD23F9DA92B1}">
      <dsp:nvSpPr>
        <dsp:cNvPr id="0" name=""/>
        <dsp:cNvSpPr/>
      </dsp:nvSpPr>
      <dsp:spPr>
        <a:xfrm>
          <a:off x="2506933" y="498444"/>
          <a:ext cx="3156927" cy="212524"/>
        </a:xfrm>
        <a:custGeom>
          <a:avLst/>
          <a:gdLst/>
          <a:ahLst/>
          <a:cxnLst/>
          <a:rect l="0" t="0" r="0" b="0"/>
          <a:pathLst>
            <a:path>
              <a:moveTo>
                <a:pt x="3156927" y="0"/>
              </a:moveTo>
              <a:lnTo>
                <a:pt x="3156927" y="107851"/>
              </a:lnTo>
              <a:lnTo>
                <a:pt x="0" y="107851"/>
              </a:lnTo>
              <a:lnTo>
                <a:pt x="0" y="21252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9FBDAC58-D7BD-46EE-BAED-22A50B73501E}">
      <dsp:nvSpPr>
        <dsp:cNvPr id="0" name=""/>
        <dsp:cNvSpPr/>
      </dsp:nvSpPr>
      <dsp:spPr>
        <a:xfrm>
          <a:off x="295803" y="1206856"/>
          <a:ext cx="342806" cy="2819834"/>
        </a:xfrm>
        <a:custGeom>
          <a:avLst/>
          <a:gdLst/>
          <a:ahLst/>
          <a:cxnLst/>
          <a:rect l="0" t="0" r="0" b="0"/>
          <a:pathLst>
            <a:path>
              <a:moveTo>
                <a:pt x="0" y="0"/>
              </a:moveTo>
              <a:lnTo>
                <a:pt x="0" y="2819834"/>
              </a:lnTo>
              <a:lnTo>
                <a:pt x="342806" y="2819834"/>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C35B8903-3443-499B-86F0-E2540D049C8F}">
      <dsp:nvSpPr>
        <dsp:cNvPr id="0" name=""/>
        <dsp:cNvSpPr/>
      </dsp:nvSpPr>
      <dsp:spPr>
        <a:xfrm>
          <a:off x="295803" y="1206856"/>
          <a:ext cx="342806" cy="2326633"/>
        </a:xfrm>
        <a:custGeom>
          <a:avLst/>
          <a:gdLst/>
          <a:ahLst/>
          <a:cxnLst/>
          <a:rect l="0" t="0" r="0" b="0"/>
          <a:pathLst>
            <a:path>
              <a:moveTo>
                <a:pt x="0" y="0"/>
              </a:moveTo>
              <a:lnTo>
                <a:pt x="0" y="2326633"/>
              </a:lnTo>
              <a:lnTo>
                <a:pt x="342806" y="2326633"/>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A4BB7E4F-FCC3-4EC9-BAE8-703F3D86DC4F}">
      <dsp:nvSpPr>
        <dsp:cNvPr id="0" name=""/>
        <dsp:cNvSpPr/>
      </dsp:nvSpPr>
      <dsp:spPr>
        <a:xfrm>
          <a:off x="295803" y="1206856"/>
          <a:ext cx="342806" cy="1833432"/>
        </a:xfrm>
        <a:custGeom>
          <a:avLst/>
          <a:gdLst/>
          <a:ahLst/>
          <a:cxnLst/>
          <a:rect l="0" t="0" r="0" b="0"/>
          <a:pathLst>
            <a:path>
              <a:moveTo>
                <a:pt x="0" y="0"/>
              </a:moveTo>
              <a:lnTo>
                <a:pt x="0" y="1833432"/>
              </a:lnTo>
              <a:lnTo>
                <a:pt x="342806" y="1833432"/>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3F2FD686-4B96-4E90-961D-3F8578F8C453}">
      <dsp:nvSpPr>
        <dsp:cNvPr id="0" name=""/>
        <dsp:cNvSpPr/>
      </dsp:nvSpPr>
      <dsp:spPr>
        <a:xfrm>
          <a:off x="295803" y="1206856"/>
          <a:ext cx="342806" cy="1340232"/>
        </a:xfrm>
        <a:custGeom>
          <a:avLst/>
          <a:gdLst/>
          <a:ahLst/>
          <a:cxnLst/>
          <a:rect l="0" t="0" r="0" b="0"/>
          <a:pathLst>
            <a:path>
              <a:moveTo>
                <a:pt x="0" y="0"/>
              </a:moveTo>
              <a:lnTo>
                <a:pt x="0" y="1340232"/>
              </a:lnTo>
              <a:lnTo>
                <a:pt x="342806" y="1340232"/>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1626811E-630B-4776-B269-D80AA91087E5}">
      <dsp:nvSpPr>
        <dsp:cNvPr id="0" name=""/>
        <dsp:cNvSpPr/>
      </dsp:nvSpPr>
      <dsp:spPr>
        <a:xfrm>
          <a:off x="295803" y="1206856"/>
          <a:ext cx="342806" cy="847031"/>
        </a:xfrm>
        <a:custGeom>
          <a:avLst/>
          <a:gdLst/>
          <a:ahLst/>
          <a:cxnLst/>
          <a:rect l="0" t="0" r="0" b="0"/>
          <a:pathLst>
            <a:path>
              <a:moveTo>
                <a:pt x="0" y="0"/>
              </a:moveTo>
              <a:lnTo>
                <a:pt x="0" y="847031"/>
              </a:lnTo>
              <a:lnTo>
                <a:pt x="342806" y="847031"/>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712FB5CE-CA05-43F6-82C8-E8310F63E86A}">
      <dsp:nvSpPr>
        <dsp:cNvPr id="0" name=""/>
        <dsp:cNvSpPr/>
      </dsp:nvSpPr>
      <dsp:spPr>
        <a:xfrm>
          <a:off x="295803" y="1206856"/>
          <a:ext cx="342806" cy="353830"/>
        </a:xfrm>
        <a:custGeom>
          <a:avLst/>
          <a:gdLst/>
          <a:ahLst/>
          <a:cxnLst/>
          <a:rect l="0" t="0" r="0" b="0"/>
          <a:pathLst>
            <a:path>
              <a:moveTo>
                <a:pt x="0" y="0"/>
              </a:moveTo>
              <a:lnTo>
                <a:pt x="0" y="353830"/>
              </a:lnTo>
              <a:lnTo>
                <a:pt x="342806" y="353830"/>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00B09104-B5E2-4D1F-9BEE-CACA494E029F}">
      <dsp:nvSpPr>
        <dsp:cNvPr id="0" name=""/>
        <dsp:cNvSpPr/>
      </dsp:nvSpPr>
      <dsp:spPr>
        <a:xfrm>
          <a:off x="678732" y="498444"/>
          <a:ext cx="4985128" cy="209967"/>
        </a:xfrm>
        <a:custGeom>
          <a:avLst/>
          <a:gdLst/>
          <a:ahLst/>
          <a:cxnLst/>
          <a:rect l="0" t="0" r="0" b="0"/>
          <a:pathLst>
            <a:path>
              <a:moveTo>
                <a:pt x="4985128" y="0"/>
              </a:moveTo>
              <a:lnTo>
                <a:pt x="4985128" y="105294"/>
              </a:lnTo>
              <a:lnTo>
                <a:pt x="0" y="105294"/>
              </a:lnTo>
              <a:lnTo>
                <a:pt x="0" y="209967"/>
              </a:lnTo>
            </a:path>
          </a:pathLst>
        </a:custGeom>
        <a:noFill/>
        <a:ln w="12700" cap="flat" cmpd="sng" algn="ctr">
          <a:prstDash val="solid"/>
          <a:miter lim="800000"/>
        </a:ln>
        <a:effectLst/>
      </dsp:spPr>
      <dsp:style>
        <a:lnRef idx="2">
          <a:scrgbClr r="0" g="0" b="0"/>
        </a:lnRef>
        <a:fillRef idx="0">
          <a:scrgbClr r="0" g="0" b="0"/>
        </a:fillRef>
        <a:effectRef idx="0">
          <a:scrgbClr r="0" g="0" b="0"/>
        </a:effectRef>
        <a:fontRef idx="minor"/>
      </dsp:style>
    </dsp:sp>
    <dsp:sp modelId="{241526F4-D093-4E9D-BAED-0695FD37EEE8}">
      <dsp:nvSpPr>
        <dsp:cNvPr id="0" name=""/>
        <dsp:cNvSpPr/>
      </dsp:nvSpPr>
      <dsp:spPr>
        <a:xfrm>
          <a:off x="4951444" y="0"/>
          <a:ext cx="1424833"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Tokens in C</a:t>
          </a:r>
        </a:p>
      </dsp:txBody>
      <dsp:txXfrm>
        <a:off x="4951444" y="0"/>
        <a:ext cx="1424833" cy="498444"/>
      </dsp:txXfrm>
    </dsp:sp>
    <dsp:sp modelId="{316149DD-4A20-479B-BCF0-4A4887F9049D}">
      <dsp:nvSpPr>
        <dsp:cNvPr id="0" name=""/>
        <dsp:cNvSpPr/>
      </dsp:nvSpPr>
      <dsp:spPr>
        <a:xfrm>
          <a:off x="200071" y="708411"/>
          <a:ext cx="957322"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Keywords</a:t>
          </a:r>
        </a:p>
      </dsp:txBody>
      <dsp:txXfrm>
        <a:off x="200071" y="708411"/>
        <a:ext cx="957322" cy="498444"/>
      </dsp:txXfrm>
    </dsp:sp>
    <dsp:sp modelId="{B7050186-4FB5-4A46-BFA1-81A4CAF3AC74}">
      <dsp:nvSpPr>
        <dsp:cNvPr id="0" name=""/>
        <dsp:cNvSpPr/>
      </dsp:nvSpPr>
      <dsp:spPr>
        <a:xfrm>
          <a:off x="638610" y="1418759"/>
          <a:ext cx="1028549"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void</a:t>
          </a:r>
        </a:p>
      </dsp:txBody>
      <dsp:txXfrm>
        <a:off x="638610" y="1418759"/>
        <a:ext cx="1028549" cy="283854"/>
      </dsp:txXfrm>
    </dsp:sp>
    <dsp:sp modelId="{FE72D7D6-90BC-428A-9F13-437DFEDD1E5A}">
      <dsp:nvSpPr>
        <dsp:cNvPr id="0" name=""/>
        <dsp:cNvSpPr/>
      </dsp:nvSpPr>
      <dsp:spPr>
        <a:xfrm>
          <a:off x="638610" y="1911960"/>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while</a:t>
          </a:r>
          <a:endParaRPr lang="en-US" sz="1200" kern="1200" noProof="0" dirty="0"/>
        </a:p>
      </dsp:txBody>
      <dsp:txXfrm>
        <a:off x="638610" y="1911960"/>
        <a:ext cx="996888" cy="283854"/>
      </dsp:txXfrm>
    </dsp:sp>
    <dsp:sp modelId="{C2BE18C1-5CCE-47C6-8255-2BEA16B15BB7}">
      <dsp:nvSpPr>
        <dsp:cNvPr id="0" name=""/>
        <dsp:cNvSpPr/>
      </dsp:nvSpPr>
      <dsp:spPr>
        <a:xfrm>
          <a:off x="638610" y="2405161"/>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if</a:t>
          </a:r>
          <a:endParaRPr lang="en-US" sz="1200" kern="1200" noProof="0" dirty="0"/>
        </a:p>
      </dsp:txBody>
      <dsp:txXfrm>
        <a:off x="638610" y="2405161"/>
        <a:ext cx="996888" cy="283854"/>
      </dsp:txXfrm>
    </dsp:sp>
    <dsp:sp modelId="{1E9329F2-5F8B-411F-AFB1-645736719AD2}">
      <dsp:nvSpPr>
        <dsp:cNvPr id="0" name=""/>
        <dsp:cNvSpPr/>
      </dsp:nvSpPr>
      <dsp:spPr>
        <a:xfrm>
          <a:off x="638610" y="2898361"/>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int</a:t>
          </a:r>
          <a:endParaRPr lang="da-DK" sz="1200" kern="1200" noProof="0" dirty="0"/>
        </a:p>
      </dsp:txBody>
      <dsp:txXfrm>
        <a:off x="638610" y="2898361"/>
        <a:ext cx="996888" cy="283854"/>
      </dsp:txXfrm>
    </dsp:sp>
    <dsp:sp modelId="{55DA1A5A-12A0-4BB0-A1B2-14D807FF6FD8}">
      <dsp:nvSpPr>
        <dsp:cNvPr id="0" name=""/>
        <dsp:cNvSpPr/>
      </dsp:nvSpPr>
      <dsp:spPr>
        <a:xfrm>
          <a:off x="638610" y="3391562"/>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break</a:t>
          </a:r>
        </a:p>
      </dsp:txBody>
      <dsp:txXfrm>
        <a:off x="638610" y="3391562"/>
        <a:ext cx="996888" cy="283854"/>
      </dsp:txXfrm>
    </dsp:sp>
    <dsp:sp modelId="{9793A294-0BA3-43F6-851A-3E2D432D442C}">
      <dsp:nvSpPr>
        <dsp:cNvPr id="0" name=""/>
        <dsp:cNvSpPr/>
      </dsp:nvSpPr>
      <dsp:spPr>
        <a:xfrm>
          <a:off x="638610" y="3884763"/>
          <a:ext cx="996888"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a:t>…</a:t>
          </a:r>
        </a:p>
      </dsp:txBody>
      <dsp:txXfrm>
        <a:off x="638610" y="3884763"/>
        <a:ext cx="996888" cy="283854"/>
      </dsp:txXfrm>
    </dsp:sp>
    <dsp:sp modelId="{AD6FCBA5-107F-4E39-9D14-0F9C209CE42B}">
      <dsp:nvSpPr>
        <dsp:cNvPr id="0" name=""/>
        <dsp:cNvSpPr/>
      </dsp:nvSpPr>
      <dsp:spPr>
        <a:xfrm>
          <a:off x="2012148" y="710968"/>
          <a:ext cx="989571"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Operators</a:t>
          </a:r>
        </a:p>
      </dsp:txBody>
      <dsp:txXfrm>
        <a:off x="2012148" y="710968"/>
        <a:ext cx="989571" cy="498444"/>
      </dsp:txXfrm>
    </dsp:sp>
    <dsp:sp modelId="{F0CECF85-B5C3-4F33-9B57-BF760E7F8936}">
      <dsp:nvSpPr>
        <dsp:cNvPr id="0" name=""/>
        <dsp:cNvSpPr/>
      </dsp:nvSpPr>
      <dsp:spPr>
        <a:xfrm>
          <a:off x="2230192" y="1418759"/>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err="1"/>
            <a:t>Arithmatic</a:t>
          </a:r>
          <a:r>
            <a:rPr lang="en-US" sz="1200" kern="1200" noProof="0" dirty="0"/>
            <a:t>: +, -, /, *, %</a:t>
          </a:r>
        </a:p>
      </dsp:txBody>
      <dsp:txXfrm>
        <a:off x="2230192" y="1418759"/>
        <a:ext cx="2364031" cy="283854"/>
      </dsp:txXfrm>
    </dsp:sp>
    <dsp:sp modelId="{AFDD2A41-0AC4-4DD3-BF5A-FAA889D200B5}">
      <dsp:nvSpPr>
        <dsp:cNvPr id="0" name=""/>
        <dsp:cNvSpPr/>
      </dsp:nvSpPr>
      <dsp:spPr>
        <a:xfrm>
          <a:off x="2230192" y="1911960"/>
          <a:ext cx="2364031" cy="382795"/>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Relational: &lt;, &lt;=, &gt;, &gt;=, ==, !=</a:t>
          </a:r>
        </a:p>
      </dsp:txBody>
      <dsp:txXfrm>
        <a:off x="2230192" y="1911960"/>
        <a:ext cx="2364031" cy="382795"/>
      </dsp:txXfrm>
    </dsp:sp>
    <dsp:sp modelId="{C588F604-4C71-459E-9996-F4A026851A65}">
      <dsp:nvSpPr>
        <dsp:cNvPr id="0" name=""/>
        <dsp:cNvSpPr/>
      </dsp:nvSpPr>
      <dsp:spPr>
        <a:xfrm>
          <a:off x="2230192" y="2504102"/>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Logical: &amp;&amp;, ||, !</a:t>
          </a:r>
        </a:p>
      </dsp:txBody>
      <dsp:txXfrm>
        <a:off x="2230192" y="2504102"/>
        <a:ext cx="2364031" cy="283854"/>
      </dsp:txXfrm>
    </dsp:sp>
    <dsp:sp modelId="{7A48EC60-51F3-4E67-AB7D-07B29B70C60D}">
      <dsp:nvSpPr>
        <dsp:cNvPr id="0" name=""/>
        <dsp:cNvSpPr/>
      </dsp:nvSpPr>
      <dsp:spPr>
        <a:xfrm>
          <a:off x="2230192" y="2997303"/>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Bitwise: &amp;, |, &lt;&lt;, &gt;&gt;, ~, ^</a:t>
          </a:r>
        </a:p>
      </dsp:txBody>
      <dsp:txXfrm>
        <a:off x="2230192" y="2997303"/>
        <a:ext cx="2364031" cy="283854"/>
      </dsp:txXfrm>
    </dsp:sp>
    <dsp:sp modelId="{C25DE249-8875-4463-85D3-99FDECF1277F}">
      <dsp:nvSpPr>
        <dsp:cNvPr id="0" name=""/>
        <dsp:cNvSpPr/>
      </dsp:nvSpPr>
      <dsp:spPr>
        <a:xfrm>
          <a:off x="2230192" y="3490503"/>
          <a:ext cx="2364031" cy="28385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Conditonal</a:t>
          </a:r>
          <a:r>
            <a:rPr lang="da-DK" sz="1200" kern="1200" noProof="0" dirty="0"/>
            <a:t>: ? :</a:t>
          </a:r>
          <a:endParaRPr lang="en-US" sz="1200" kern="1200" noProof="0" dirty="0"/>
        </a:p>
      </dsp:txBody>
      <dsp:txXfrm>
        <a:off x="2230192" y="3490503"/>
        <a:ext cx="2364031" cy="283854"/>
      </dsp:txXfrm>
    </dsp:sp>
    <dsp:sp modelId="{284AAC9C-A343-418C-96D3-0EC938A08886}">
      <dsp:nvSpPr>
        <dsp:cNvPr id="0" name=""/>
        <dsp:cNvSpPr/>
      </dsp:nvSpPr>
      <dsp:spPr>
        <a:xfrm>
          <a:off x="2230192" y="3981768"/>
          <a:ext cx="2364031" cy="404831"/>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a-DK" sz="1200" kern="1200" noProof="0" dirty="0" err="1"/>
            <a:t>Assignment</a:t>
          </a:r>
          <a:r>
            <a:rPr lang="da-DK" sz="1200" kern="1200" noProof="0" dirty="0"/>
            <a:t>: =, +=, -=, *=, /=, %=</a:t>
          </a:r>
          <a:endParaRPr lang="en-US" sz="1200" kern="1200" noProof="0" dirty="0"/>
        </a:p>
      </dsp:txBody>
      <dsp:txXfrm>
        <a:off x="2230192" y="3981768"/>
        <a:ext cx="2364031" cy="404831"/>
      </dsp:txXfrm>
    </dsp:sp>
    <dsp:sp modelId="{ECF10C6A-7C39-40A8-BEE0-63935E4B7D7A}">
      <dsp:nvSpPr>
        <dsp:cNvPr id="0" name=""/>
        <dsp:cNvSpPr/>
      </dsp:nvSpPr>
      <dsp:spPr>
        <a:xfrm>
          <a:off x="4673295" y="708406"/>
          <a:ext cx="842301"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Strings</a:t>
          </a:r>
        </a:p>
      </dsp:txBody>
      <dsp:txXfrm>
        <a:off x="4673295" y="708406"/>
        <a:ext cx="842301" cy="498444"/>
      </dsp:txXfrm>
    </dsp:sp>
    <dsp:sp modelId="{0B44B6FA-92BD-4B30-B532-624F03EFA2BF}">
      <dsp:nvSpPr>
        <dsp:cNvPr id="0" name=""/>
        <dsp:cNvSpPr/>
      </dsp:nvSpPr>
      <dsp:spPr>
        <a:xfrm>
          <a:off x="4883870" y="1408222"/>
          <a:ext cx="1028549" cy="541509"/>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"Hello, World!"</a:t>
          </a:r>
        </a:p>
      </dsp:txBody>
      <dsp:txXfrm>
        <a:off x="4883870" y="1408222"/>
        <a:ext cx="1028549" cy="541509"/>
      </dsp:txXfrm>
    </dsp:sp>
    <dsp:sp modelId="{4EA816CB-6AB7-4D30-91D2-E19223664521}">
      <dsp:nvSpPr>
        <dsp:cNvPr id="0" name=""/>
        <dsp:cNvSpPr/>
      </dsp:nvSpPr>
      <dsp:spPr>
        <a:xfrm>
          <a:off x="6095192" y="708411"/>
          <a:ext cx="965177"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Constants</a:t>
          </a:r>
        </a:p>
      </dsp:txBody>
      <dsp:txXfrm>
        <a:off x="6095192" y="708411"/>
        <a:ext cx="965177" cy="498444"/>
      </dsp:txXfrm>
    </dsp:sp>
    <dsp:sp modelId="{70190753-20EF-468A-AF58-9CECB07CAC07}">
      <dsp:nvSpPr>
        <dsp:cNvPr id="0" name=""/>
        <dsp:cNvSpPr/>
      </dsp:nvSpPr>
      <dsp:spPr>
        <a:xfrm>
          <a:off x="6336486" y="1416202"/>
          <a:ext cx="1097115" cy="277688"/>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Integer</a:t>
          </a:r>
        </a:p>
      </dsp:txBody>
      <dsp:txXfrm>
        <a:off x="6336486" y="1416202"/>
        <a:ext cx="1097115" cy="277688"/>
      </dsp:txXfrm>
    </dsp:sp>
    <dsp:sp modelId="{66591EBC-DAA4-4B50-99CE-1E8801ECC50E}">
      <dsp:nvSpPr>
        <dsp:cNvPr id="0" name=""/>
        <dsp:cNvSpPr/>
      </dsp:nvSpPr>
      <dsp:spPr>
        <a:xfrm>
          <a:off x="6336486" y="1903237"/>
          <a:ext cx="1097115" cy="277688"/>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Float</a:t>
          </a:r>
        </a:p>
      </dsp:txBody>
      <dsp:txXfrm>
        <a:off x="6336486" y="1903237"/>
        <a:ext cx="1097115" cy="277688"/>
      </dsp:txXfrm>
    </dsp:sp>
    <dsp:sp modelId="{2560D3C0-49B9-4733-B1A3-1F04E90C7D41}">
      <dsp:nvSpPr>
        <dsp:cNvPr id="0" name=""/>
        <dsp:cNvSpPr/>
      </dsp:nvSpPr>
      <dsp:spPr>
        <a:xfrm>
          <a:off x="6336486" y="2390272"/>
          <a:ext cx="1097115" cy="277688"/>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Character</a:t>
          </a:r>
        </a:p>
      </dsp:txBody>
      <dsp:txXfrm>
        <a:off x="6336486" y="2390272"/>
        <a:ext cx="1097115" cy="277688"/>
      </dsp:txXfrm>
    </dsp:sp>
    <dsp:sp modelId="{6E874E0E-CD39-4B8F-8BB1-758447ADE981}">
      <dsp:nvSpPr>
        <dsp:cNvPr id="0" name=""/>
        <dsp:cNvSpPr/>
      </dsp:nvSpPr>
      <dsp:spPr>
        <a:xfrm>
          <a:off x="7593104" y="708411"/>
          <a:ext cx="996888"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Special Characters</a:t>
          </a:r>
        </a:p>
      </dsp:txBody>
      <dsp:txXfrm>
        <a:off x="7593104" y="708411"/>
        <a:ext cx="996888" cy="498444"/>
      </dsp:txXfrm>
    </dsp:sp>
    <dsp:sp modelId="{12560C36-BCE1-4E78-ABEE-409BD084B9EA}">
      <dsp:nvSpPr>
        <dsp:cNvPr id="0" name=""/>
        <dsp:cNvSpPr/>
      </dsp:nvSpPr>
      <dsp:spPr>
        <a:xfrm>
          <a:off x="7842326" y="1416202"/>
          <a:ext cx="1425550" cy="651536"/>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 [], (), \, /, #, …</a:t>
          </a:r>
          <a:endParaRPr lang="en-US" sz="1400" kern="1200" noProof="0" dirty="0"/>
        </a:p>
      </dsp:txBody>
      <dsp:txXfrm>
        <a:off x="7842326" y="1416202"/>
        <a:ext cx="1425550" cy="651536"/>
      </dsp:txXfrm>
    </dsp:sp>
    <dsp:sp modelId="{4DD3E079-E659-4CAA-8BD1-A49E007B995A}">
      <dsp:nvSpPr>
        <dsp:cNvPr id="0" name=""/>
        <dsp:cNvSpPr/>
      </dsp:nvSpPr>
      <dsp:spPr>
        <a:xfrm>
          <a:off x="9467482" y="708411"/>
          <a:ext cx="1314587"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noProof="0" dirty="0"/>
            <a:t>Identifies</a:t>
          </a:r>
          <a:br>
            <a:rPr lang="en-US" sz="1400" kern="1200" noProof="0" dirty="0"/>
          </a:br>
          <a:r>
            <a:rPr lang="en-US" sz="1400" kern="1200" noProof="0" dirty="0"/>
            <a:t>(user-defined)</a:t>
          </a:r>
        </a:p>
      </dsp:txBody>
      <dsp:txXfrm>
        <a:off x="9467482" y="708411"/>
        <a:ext cx="1314587" cy="498444"/>
      </dsp:txXfrm>
    </dsp:sp>
    <dsp:sp modelId="{A0A5AC44-05D8-4ED1-B764-B9483CFC86FD}">
      <dsp:nvSpPr>
        <dsp:cNvPr id="0" name=""/>
        <dsp:cNvSpPr/>
      </dsp:nvSpPr>
      <dsp:spPr>
        <a:xfrm>
          <a:off x="9796128" y="1416202"/>
          <a:ext cx="996888"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a:t>Variable </a:t>
          </a:r>
          <a:r>
            <a:rPr lang="da-DK" sz="1400" kern="1200" noProof="0" dirty="0" err="1"/>
            <a:t>names</a:t>
          </a:r>
          <a:endParaRPr lang="en-US" sz="1400" kern="1200" noProof="0" dirty="0"/>
        </a:p>
      </dsp:txBody>
      <dsp:txXfrm>
        <a:off x="9796128" y="1416202"/>
        <a:ext cx="996888" cy="498444"/>
      </dsp:txXfrm>
    </dsp:sp>
    <dsp:sp modelId="{D822EDDF-D7BE-4830-8BE1-464128AA5270}">
      <dsp:nvSpPr>
        <dsp:cNvPr id="0" name=""/>
        <dsp:cNvSpPr/>
      </dsp:nvSpPr>
      <dsp:spPr>
        <a:xfrm>
          <a:off x="9796128" y="2123993"/>
          <a:ext cx="996888" cy="498444"/>
        </a:xfrm>
        <a:prstGeom prst="rect">
          <a:avLst/>
        </a:prstGeom>
        <a:solidFill>
          <a:schemeClr val="accent1">
            <a:hueOff val="0"/>
            <a:satOff val="0"/>
            <a:lumOff val="0"/>
            <a:alphaOff val="0"/>
          </a:schemeClr>
        </a:solidFill>
        <a:ln w="12700" cap="flat" cmpd="sng" algn="ctr">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da-DK" sz="1400" kern="1200" noProof="0" dirty="0" err="1"/>
            <a:t>Function</a:t>
          </a:r>
          <a:r>
            <a:rPr lang="da-DK" sz="1400" kern="1200" noProof="0" dirty="0"/>
            <a:t> </a:t>
          </a:r>
          <a:r>
            <a:rPr lang="da-DK" sz="1400" kern="1200" noProof="0" dirty="0" err="1"/>
            <a:t>names</a:t>
          </a:r>
          <a:endParaRPr lang="en-US" sz="1400" kern="1200" noProof="0" dirty="0"/>
        </a:p>
      </dsp:txBody>
      <dsp:txXfrm>
        <a:off x="9796128" y="2123993"/>
        <a:ext cx="996888" cy="49844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å layout højre">
    <p:bg>
      <p:bgPr>
        <a:solidFill>
          <a:srgbClr val="FFFFFF"/>
        </a:solidFill>
        <a:effectLst/>
      </p:bgPr>
    </p:bg>
    <p:spTree>
      <p:nvGrpSpPr>
        <p:cNvPr id="1" name=""/>
        <p:cNvGrpSpPr/>
        <p:nvPr/>
      </p:nvGrpSpPr>
      <p:grpSpPr>
        <a:xfrm>
          <a:off x="0" y="0"/>
          <a:ext cx="0" cy="0"/>
          <a:chOff x="0" y="0"/>
          <a:chExt cx="0" cy="0"/>
        </a:xfrm>
      </p:grpSpPr>
      <p:grpSp>
        <p:nvGrpSpPr>
          <p:cNvPr id="2" name="Gruppe 57" hidden="1"/>
          <p:cNvGrpSpPr/>
          <p:nvPr/>
        </p:nvGrpSpPr>
        <p:grpSpPr>
          <a:xfrm>
            <a:off x="5466600" y="6027120"/>
            <a:ext cx="1271160" cy="667440"/>
            <a:chOff x="5466600" y="6027120"/>
            <a:chExt cx="1271160" cy="667440"/>
          </a:xfrm>
        </p:grpSpPr>
        <p:grpSp>
          <p:nvGrpSpPr>
            <p:cNvPr id="3" name="Gruppe 55"/>
            <p:cNvGrpSpPr/>
            <p:nvPr/>
          </p:nvGrpSpPr>
          <p:grpSpPr>
            <a:xfrm>
              <a:off x="5466600" y="6631920"/>
              <a:ext cx="1271160" cy="62640"/>
              <a:chOff x="5466600" y="6631920"/>
              <a:chExt cx="1271160" cy="62640"/>
            </a:xfrm>
          </p:grpSpPr>
          <p:sp>
            <p:nvSpPr>
              <p:cNvPr id="4"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5"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6"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8"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9"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0"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1"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2"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3"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14"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15"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16"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17"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8"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19"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20"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21"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22" name="Gruppe 56"/>
            <p:cNvGrpSpPr/>
            <p:nvPr/>
          </p:nvGrpSpPr>
          <p:grpSpPr>
            <a:xfrm>
              <a:off x="5864400" y="6027120"/>
              <a:ext cx="412560" cy="438840"/>
              <a:chOff x="5864400" y="6027120"/>
              <a:chExt cx="412560" cy="438840"/>
            </a:xfrm>
          </p:grpSpPr>
          <p:sp>
            <p:nvSpPr>
              <p:cNvPr id="23"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4"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5"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26" name="Gruppe 80" hidden="1"/>
          <p:cNvGrpSpPr/>
          <p:nvPr/>
        </p:nvGrpSpPr>
        <p:grpSpPr>
          <a:xfrm>
            <a:off x="-3600" y="657360"/>
            <a:ext cx="403920" cy="1181160"/>
            <a:chOff x="-3600" y="657360"/>
            <a:chExt cx="403920" cy="1181160"/>
          </a:xfrm>
        </p:grpSpPr>
        <p:sp>
          <p:nvSpPr>
            <p:cNvPr id="27"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28"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29"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1"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2"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3"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5"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6"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7"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8"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0"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1"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2"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5"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46" name="Rectangle 6"/>
          <p:cNvSpPr/>
          <p:nvPr/>
        </p:nvSpPr>
        <p:spPr>
          <a:xfrm>
            <a:off x="7427880" y="0"/>
            <a:ext cx="4762800" cy="68565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horzOverflow="overflow" lIns="90000" tIns="45000" rIns="90000" bIns="45000" numCol="1" spcCol="0" anchor="ctr">
            <a:noAutofit/>
          </a:bodyPr>
          <a:lstStyle/>
          <a:p>
            <a:endParaRPr lang="en-US" sz="1800" b="0" u="none" strike="noStrike">
              <a:solidFill>
                <a:schemeClr val="lt1"/>
              </a:solidFill>
              <a:effectLst/>
              <a:uFillTx/>
              <a:latin typeface="Consolas"/>
            </a:endParaRPr>
          </a:p>
        </p:txBody>
      </p:sp>
      <p:sp>
        <p:nvSpPr>
          <p:cNvPr id="47" name="PlaceHolder 1"/>
          <p:cNvSpPr>
            <a:spLocks noGrp="1"/>
          </p:cNvSpPr>
          <p:nvPr>
            <p:ph type="body" hasCustomPrompt="1"/>
          </p:nvPr>
        </p:nvSpPr>
        <p:spPr>
          <a:xfrm>
            <a:off x="8027640" y="2927520"/>
            <a:ext cx="3672000" cy="322128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lt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Insert text here</a:t>
            </a:r>
          </a:p>
        </p:txBody>
      </p:sp>
      <p:sp>
        <p:nvSpPr>
          <p:cNvPr id="48" name="PlaceHolder 2"/>
          <p:cNvSpPr>
            <a:spLocks noGrp="1"/>
          </p:cNvSpPr>
          <p:nvPr>
            <p:ph type="sldNum" idx="1"/>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lt1">
                    <a:alpha val="70000"/>
                  </a:schemeClr>
                </a:solidFill>
                <a:effectLst/>
                <a:uFillTx/>
                <a:latin typeface="Consolas"/>
                <a:ea typeface="Montserrat Medium"/>
              </a:defRPr>
            </a:lvl1pPr>
          </a:lstStyle>
          <a:p>
            <a:pPr indent="0" algn="r" defTabSz="914400">
              <a:lnSpc>
                <a:spcPct val="100000"/>
              </a:lnSpc>
              <a:buNone/>
              <a:tabLst>
                <a:tab pos="0" algn="l"/>
              </a:tabLst>
            </a:pPr>
            <a:fld id="{1B1AA0F3-4C40-4853-A8EE-4E124D5F7E8B}" type="slidenum">
              <a:rPr lang="en-US" sz="1000" b="1" u="none" strike="noStrike">
                <a:solidFill>
                  <a:schemeClr val="lt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grpSp>
        <p:nvGrpSpPr>
          <p:cNvPr id="49" name="Gruppe 4"/>
          <p:cNvGrpSpPr/>
          <p:nvPr/>
        </p:nvGrpSpPr>
        <p:grpSpPr>
          <a:xfrm>
            <a:off x="7427880" y="1288440"/>
            <a:ext cx="403920" cy="1181520"/>
            <a:chOff x="7427880" y="1288440"/>
            <a:chExt cx="403920" cy="1181520"/>
          </a:xfrm>
        </p:grpSpPr>
        <p:sp>
          <p:nvSpPr>
            <p:cNvPr id="50" name="Freeform 53"/>
            <p:cNvSpPr/>
            <p:nvPr/>
          </p:nvSpPr>
          <p:spPr>
            <a:xfrm>
              <a:off x="7759800" y="239976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51" name="Freeform 54"/>
            <p:cNvSpPr/>
            <p:nvPr/>
          </p:nvSpPr>
          <p:spPr>
            <a:xfrm>
              <a:off x="7668000" y="231696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52" name="Freeform 55"/>
            <p:cNvSpPr/>
            <p:nvPr/>
          </p:nvSpPr>
          <p:spPr>
            <a:xfrm>
              <a:off x="7556400" y="223632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3" name="Freeform 56"/>
            <p:cNvSpPr/>
            <p:nvPr/>
          </p:nvSpPr>
          <p:spPr>
            <a:xfrm>
              <a:off x="7427880" y="215748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4" name="Freeform 57"/>
            <p:cNvSpPr/>
            <p:nvPr/>
          </p:nvSpPr>
          <p:spPr>
            <a:xfrm>
              <a:off x="7427880" y="208620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 name="Freeform 58"/>
            <p:cNvSpPr/>
            <p:nvPr/>
          </p:nvSpPr>
          <p:spPr>
            <a:xfrm>
              <a:off x="7427880" y="201096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6" name="Freeform 59"/>
            <p:cNvSpPr/>
            <p:nvPr/>
          </p:nvSpPr>
          <p:spPr>
            <a:xfrm>
              <a:off x="7427880" y="194292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7" name="Freeform 60"/>
            <p:cNvSpPr/>
            <p:nvPr/>
          </p:nvSpPr>
          <p:spPr>
            <a:xfrm>
              <a:off x="7427880" y="187524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8" name="Freeform 61"/>
            <p:cNvSpPr/>
            <p:nvPr/>
          </p:nvSpPr>
          <p:spPr>
            <a:xfrm>
              <a:off x="7427880" y="180576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9" name="Freeform 62"/>
            <p:cNvSpPr/>
            <p:nvPr/>
          </p:nvSpPr>
          <p:spPr>
            <a:xfrm>
              <a:off x="7427880" y="174132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0" name="Freeform 63"/>
            <p:cNvSpPr/>
            <p:nvPr/>
          </p:nvSpPr>
          <p:spPr>
            <a:xfrm>
              <a:off x="7427880" y="168084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1" name="Freeform 64"/>
            <p:cNvSpPr/>
            <p:nvPr/>
          </p:nvSpPr>
          <p:spPr>
            <a:xfrm>
              <a:off x="7427880" y="162036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 name="Freeform 65"/>
            <p:cNvSpPr/>
            <p:nvPr/>
          </p:nvSpPr>
          <p:spPr>
            <a:xfrm>
              <a:off x="7427880" y="156528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3" name="Freeform 66"/>
            <p:cNvSpPr/>
            <p:nvPr/>
          </p:nvSpPr>
          <p:spPr>
            <a:xfrm>
              <a:off x="7427880" y="150480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4" name="Freeform 67"/>
            <p:cNvSpPr/>
            <p:nvPr/>
          </p:nvSpPr>
          <p:spPr>
            <a:xfrm>
              <a:off x="7427880" y="145188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5" name="Freeform 68"/>
            <p:cNvSpPr/>
            <p:nvPr/>
          </p:nvSpPr>
          <p:spPr>
            <a:xfrm>
              <a:off x="7427880" y="139860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6" name="Freeform 69"/>
            <p:cNvSpPr/>
            <p:nvPr/>
          </p:nvSpPr>
          <p:spPr>
            <a:xfrm>
              <a:off x="7427880" y="134532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 name="Freeform 70"/>
            <p:cNvSpPr/>
            <p:nvPr/>
          </p:nvSpPr>
          <p:spPr>
            <a:xfrm>
              <a:off x="7427880" y="129240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8" name="Freeform 71"/>
            <p:cNvSpPr/>
            <p:nvPr/>
          </p:nvSpPr>
          <p:spPr>
            <a:xfrm>
              <a:off x="7427880" y="128844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grpSp>
        <p:nvGrpSpPr>
          <p:cNvPr id="69" name="Gruppe 28"/>
          <p:cNvGrpSpPr/>
          <p:nvPr/>
        </p:nvGrpSpPr>
        <p:grpSpPr>
          <a:xfrm>
            <a:off x="5466600" y="6027120"/>
            <a:ext cx="1271160" cy="667440"/>
            <a:chOff x="5466600" y="6027120"/>
            <a:chExt cx="1271160" cy="667440"/>
          </a:xfrm>
        </p:grpSpPr>
        <p:grpSp>
          <p:nvGrpSpPr>
            <p:cNvPr id="70" name="Gruppe 29"/>
            <p:cNvGrpSpPr/>
            <p:nvPr/>
          </p:nvGrpSpPr>
          <p:grpSpPr>
            <a:xfrm>
              <a:off x="5466600" y="6631920"/>
              <a:ext cx="1271160" cy="62640"/>
              <a:chOff x="5466600" y="6631920"/>
              <a:chExt cx="1271160" cy="62640"/>
            </a:xfrm>
          </p:grpSpPr>
          <p:sp>
            <p:nvSpPr>
              <p:cNvPr id="71"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72"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73"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4"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75"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76"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7"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8"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9"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0"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81"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82"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3"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84"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85"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86"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7"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8"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89" name="Gruppe 30"/>
            <p:cNvGrpSpPr/>
            <p:nvPr/>
          </p:nvGrpSpPr>
          <p:grpSpPr>
            <a:xfrm>
              <a:off x="5864400" y="6027120"/>
              <a:ext cx="412560" cy="438840"/>
              <a:chOff x="5864400" y="6027120"/>
              <a:chExt cx="412560" cy="438840"/>
            </a:xfrm>
          </p:grpSpPr>
          <p:sp>
            <p:nvSpPr>
              <p:cNvPr id="90"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91"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92"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sp>
        <p:nvSpPr>
          <p:cNvPr id="93" name="PlaceHolder 3"/>
          <p:cNvSpPr>
            <a:spLocks noGrp="1"/>
          </p:cNvSpPr>
          <p:nvPr>
            <p:ph type="title" hasCustomPrompt="1"/>
          </p:nvPr>
        </p:nvSpPr>
        <p:spPr>
          <a:xfrm>
            <a:off x="8027640" y="943560"/>
            <a:ext cx="3672000" cy="185940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lt1"/>
                </a:solidFill>
                <a:effectLst/>
                <a:uFillTx/>
                <a:latin typeface="Consolas"/>
              </a:defRPr>
            </a:lvl1pPr>
          </a:lstStyle>
          <a:p>
            <a:pPr indent="0" algn="l" defTabSz="914400">
              <a:lnSpc>
                <a:spcPct val="100000"/>
              </a:lnSpc>
              <a:buNone/>
              <a:tabLst>
                <a:tab pos="0" algn="l"/>
              </a:tabLst>
            </a:pPr>
            <a:r>
              <a:rPr lang="en-US" sz="3600" b="1" u="none" strike="noStrike" spc="300">
                <a:solidFill>
                  <a:schemeClr val="lt1"/>
                </a:solidFill>
                <a:effectLst/>
                <a:uFillTx/>
                <a:latin typeface="Consolas"/>
              </a:rPr>
              <a:t>KLIK HER FOR AT ÆNDRE TITEL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 x billede højre - Blå">
    <p:bg>
      <p:bgPr>
        <a:solidFill>
          <a:srgbClr val="FFFFFF"/>
        </a:solidFill>
        <a:effectLst/>
      </p:bgPr>
    </p:bg>
    <p:spTree>
      <p:nvGrpSpPr>
        <p:cNvPr id="1" name=""/>
        <p:cNvGrpSpPr/>
        <p:nvPr/>
      </p:nvGrpSpPr>
      <p:grpSpPr>
        <a:xfrm>
          <a:off x="0" y="0"/>
          <a:ext cx="0" cy="0"/>
          <a:chOff x="0" y="0"/>
          <a:chExt cx="0" cy="0"/>
        </a:xfrm>
      </p:grpSpPr>
      <p:grpSp>
        <p:nvGrpSpPr>
          <p:cNvPr id="94" name="Gruppe 57" hidden="1"/>
          <p:cNvGrpSpPr/>
          <p:nvPr/>
        </p:nvGrpSpPr>
        <p:grpSpPr>
          <a:xfrm>
            <a:off x="5466600" y="6027120"/>
            <a:ext cx="1271160" cy="667440"/>
            <a:chOff x="5466600" y="6027120"/>
            <a:chExt cx="1271160" cy="667440"/>
          </a:xfrm>
        </p:grpSpPr>
        <p:grpSp>
          <p:nvGrpSpPr>
            <p:cNvPr id="95" name="Gruppe 55"/>
            <p:cNvGrpSpPr/>
            <p:nvPr/>
          </p:nvGrpSpPr>
          <p:grpSpPr>
            <a:xfrm>
              <a:off x="5466600" y="6631920"/>
              <a:ext cx="1271160" cy="62640"/>
              <a:chOff x="5466600" y="6631920"/>
              <a:chExt cx="1271160" cy="62640"/>
            </a:xfrm>
          </p:grpSpPr>
          <p:sp>
            <p:nvSpPr>
              <p:cNvPr id="96"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97"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98"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99"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100"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101"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02"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03"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04"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05"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106"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107"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108"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109"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10"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111"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12"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113"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114" name="Gruppe 56"/>
            <p:cNvGrpSpPr/>
            <p:nvPr/>
          </p:nvGrpSpPr>
          <p:grpSpPr>
            <a:xfrm>
              <a:off x="5864400" y="6027120"/>
              <a:ext cx="412560" cy="438840"/>
              <a:chOff x="5864400" y="6027120"/>
              <a:chExt cx="412560" cy="438840"/>
            </a:xfrm>
          </p:grpSpPr>
          <p:sp>
            <p:nvSpPr>
              <p:cNvPr id="115"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16"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17"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118" name="Gruppe 80" hidden="1"/>
          <p:cNvGrpSpPr/>
          <p:nvPr/>
        </p:nvGrpSpPr>
        <p:grpSpPr>
          <a:xfrm>
            <a:off x="-3600" y="657360"/>
            <a:ext cx="403920" cy="1181160"/>
            <a:chOff x="-3600" y="657360"/>
            <a:chExt cx="403920" cy="1181160"/>
          </a:xfrm>
        </p:grpSpPr>
        <p:sp>
          <p:nvSpPr>
            <p:cNvPr id="119"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120"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121"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2"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3"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4"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5"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6"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7"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8"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29"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0"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1"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2"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3"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4"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5"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6"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37"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138" name="Rectangle 6"/>
          <p:cNvSpPr/>
          <p:nvPr/>
        </p:nvSpPr>
        <p:spPr>
          <a:xfrm>
            <a:off x="0" y="0"/>
            <a:ext cx="7426440" cy="68565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horzOverflow="overflow" lIns="90000" tIns="45000" rIns="90000" bIns="45000" numCol="1" spcCol="0" anchor="ctr">
            <a:noAutofit/>
          </a:bodyPr>
          <a:lstStyle/>
          <a:p>
            <a:endParaRPr lang="en-US" sz="1800" b="0" u="none" strike="noStrike">
              <a:solidFill>
                <a:schemeClr val="lt1"/>
              </a:solidFill>
              <a:effectLst/>
              <a:uFillTx/>
              <a:latin typeface="Consolas"/>
            </a:endParaRPr>
          </a:p>
        </p:txBody>
      </p:sp>
      <p:sp>
        <p:nvSpPr>
          <p:cNvPr id="139" name="PlaceHolder 1"/>
          <p:cNvSpPr>
            <a:spLocks noGrp="1"/>
          </p:cNvSpPr>
          <p:nvPr>
            <p:ph type="sldNum" idx="2"/>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4477F38B-DB6F-4E6B-A4FC-544DA65B71D1}"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140" name="PlaceHolder 2"/>
          <p:cNvSpPr>
            <a:spLocks noGrp="1"/>
          </p:cNvSpPr>
          <p:nvPr>
            <p:ph type="pic" hasCustomPrompt="1"/>
          </p:nvPr>
        </p:nvSpPr>
        <p:spPr>
          <a:xfrm>
            <a:off x="7427880" y="0"/>
            <a:ext cx="4762800" cy="685656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141" name="PlaceHolder 3"/>
          <p:cNvSpPr>
            <a:spLocks noGrp="1"/>
          </p:cNvSpPr>
          <p:nvPr>
            <p:ph type="title" hasCustomPrompt="1"/>
          </p:nvPr>
        </p:nvSpPr>
        <p:spPr>
          <a:xfrm>
            <a:off x="587520" y="373320"/>
            <a:ext cx="4681800" cy="146988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lt1"/>
                </a:solidFill>
                <a:effectLst/>
                <a:uFillTx/>
                <a:latin typeface="Consolas"/>
              </a:defRPr>
            </a:lvl1pPr>
          </a:lstStyle>
          <a:p>
            <a:pPr indent="0" algn="l" defTabSz="914400">
              <a:lnSpc>
                <a:spcPct val="100000"/>
              </a:lnSpc>
              <a:buNone/>
              <a:tabLst>
                <a:tab pos="0" algn="l"/>
              </a:tabLst>
            </a:pPr>
            <a:r>
              <a:rPr lang="en-US" sz="3600" b="1" u="none" strike="noStrike" spc="300">
                <a:solidFill>
                  <a:schemeClr val="lt1"/>
                </a:solidFill>
                <a:effectLst/>
                <a:uFillTx/>
                <a:latin typeface="Consolas"/>
              </a:rPr>
              <a:t>KLIK HER FOR AT ÆNDRE TITEL</a:t>
            </a:r>
          </a:p>
        </p:txBody>
      </p:sp>
      <p:grpSp>
        <p:nvGrpSpPr>
          <p:cNvPr id="142" name="Gruppe 30"/>
          <p:cNvGrpSpPr/>
          <p:nvPr/>
        </p:nvGrpSpPr>
        <p:grpSpPr>
          <a:xfrm>
            <a:off x="5466600" y="6027120"/>
            <a:ext cx="1271160" cy="667440"/>
            <a:chOff x="5466600" y="6027120"/>
            <a:chExt cx="1271160" cy="667440"/>
          </a:xfrm>
        </p:grpSpPr>
        <p:grpSp>
          <p:nvGrpSpPr>
            <p:cNvPr id="143" name="Gruppe 31"/>
            <p:cNvGrpSpPr/>
            <p:nvPr/>
          </p:nvGrpSpPr>
          <p:grpSpPr>
            <a:xfrm>
              <a:off x="5466600" y="6631920"/>
              <a:ext cx="1271160" cy="62640"/>
              <a:chOff x="5466600" y="6631920"/>
              <a:chExt cx="1271160" cy="62640"/>
            </a:xfrm>
          </p:grpSpPr>
          <p:sp>
            <p:nvSpPr>
              <p:cNvPr id="144"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145"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146"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147"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148"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149"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50"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51"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52"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53"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154"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155"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156"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157"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58"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159"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60"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161"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162" name="Gruppe 32"/>
            <p:cNvGrpSpPr/>
            <p:nvPr/>
          </p:nvGrpSpPr>
          <p:grpSpPr>
            <a:xfrm>
              <a:off x="5864400" y="6027120"/>
              <a:ext cx="412560" cy="438840"/>
              <a:chOff x="5864400" y="6027120"/>
              <a:chExt cx="412560" cy="438840"/>
            </a:xfrm>
          </p:grpSpPr>
          <p:sp>
            <p:nvSpPr>
              <p:cNvPr id="163"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64"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165"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sp>
        <p:nvSpPr>
          <p:cNvPr id="166" name="PlaceHolder 4"/>
          <p:cNvSpPr>
            <a:spLocks noGrp="1"/>
          </p:cNvSpPr>
          <p:nvPr>
            <p:ph type="body" hasCustomPrompt="1"/>
          </p:nvPr>
        </p:nvSpPr>
        <p:spPr>
          <a:xfrm>
            <a:off x="583560" y="2101680"/>
            <a:ext cx="4685760" cy="376416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lt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Indsæt bullets</a:t>
            </a:r>
          </a:p>
        </p:txBody>
      </p:sp>
      <p:grpSp>
        <p:nvGrpSpPr>
          <p:cNvPr id="167" name="Gruppe 1"/>
          <p:cNvGrpSpPr/>
          <p:nvPr/>
        </p:nvGrpSpPr>
        <p:grpSpPr>
          <a:xfrm>
            <a:off x="-3600" y="657360"/>
            <a:ext cx="403920" cy="1181160"/>
            <a:chOff x="-3600" y="657360"/>
            <a:chExt cx="403920" cy="1181160"/>
          </a:xfrm>
        </p:grpSpPr>
        <p:sp>
          <p:nvSpPr>
            <p:cNvPr id="168"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6000" tIns="35640" rIns="36000" bIns="35640" numCol="1" spcCol="0" anchor="t">
              <a:noAutofit/>
            </a:bodyPr>
            <a:lstStyle/>
            <a:p>
              <a:endParaRPr lang="da-DK" sz="1800" b="0" u="none" strike="noStrike">
                <a:solidFill>
                  <a:schemeClr val="lt1"/>
                </a:solidFill>
                <a:effectLst/>
                <a:uFillTx/>
                <a:latin typeface="Consolas"/>
              </a:endParaRPr>
            </a:p>
          </p:txBody>
        </p:sp>
        <p:sp>
          <p:nvSpPr>
            <p:cNvPr id="169"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81720" tIns="45000" rIns="81720" bIns="45000" numCol="1" spcCol="0" anchor="t">
              <a:noAutofit/>
            </a:bodyPr>
            <a:lstStyle/>
            <a:p>
              <a:endParaRPr lang="da-DK" sz="1800" b="0" u="none" strike="noStrike">
                <a:solidFill>
                  <a:schemeClr val="lt1"/>
                </a:solidFill>
                <a:effectLst/>
                <a:uFillTx/>
                <a:latin typeface="Consolas"/>
              </a:endParaRPr>
            </a:p>
          </p:txBody>
        </p:sp>
        <p:sp>
          <p:nvSpPr>
            <p:cNvPr id="170"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1"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2"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3"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4"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5"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6"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7"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8"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79"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80"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81"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82"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83"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84"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85"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186"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lt1"/>
                </a:solidFill>
                <a:effectLst/>
                <a:uFillTx/>
                <a:latin typeface="Consola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rugerguide">
    <p:bg>
      <p:bgPr>
        <a:solidFill>
          <a:srgbClr val="FFFFFF"/>
        </a:solidFill>
        <a:effectLst/>
      </p:bgPr>
    </p:bg>
    <p:spTree>
      <p:nvGrpSpPr>
        <p:cNvPr id="1" name=""/>
        <p:cNvGrpSpPr/>
        <p:nvPr/>
      </p:nvGrpSpPr>
      <p:grpSpPr>
        <a:xfrm>
          <a:off x="0" y="0"/>
          <a:ext cx="0" cy="0"/>
          <a:chOff x="0" y="0"/>
          <a:chExt cx="0" cy="0"/>
        </a:xfrm>
      </p:grpSpPr>
      <p:grpSp>
        <p:nvGrpSpPr>
          <p:cNvPr id="187" name="Gruppe 57"/>
          <p:cNvGrpSpPr/>
          <p:nvPr/>
        </p:nvGrpSpPr>
        <p:grpSpPr>
          <a:xfrm>
            <a:off x="5466600" y="6027120"/>
            <a:ext cx="1271160" cy="667440"/>
            <a:chOff x="5466600" y="6027120"/>
            <a:chExt cx="1271160" cy="667440"/>
          </a:xfrm>
        </p:grpSpPr>
        <p:grpSp>
          <p:nvGrpSpPr>
            <p:cNvPr id="188" name="Gruppe 55"/>
            <p:cNvGrpSpPr/>
            <p:nvPr/>
          </p:nvGrpSpPr>
          <p:grpSpPr>
            <a:xfrm>
              <a:off x="5466600" y="6631920"/>
              <a:ext cx="1271160" cy="62640"/>
              <a:chOff x="5466600" y="6631920"/>
              <a:chExt cx="1271160" cy="62640"/>
            </a:xfrm>
          </p:grpSpPr>
          <p:sp>
            <p:nvSpPr>
              <p:cNvPr id="189"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190"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191"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192"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193"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194"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95"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96"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197"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198"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199"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200"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201"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202"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203"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204"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205"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206"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207" name="Gruppe 56"/>
            <p:cNvGrpSpPr/>
            <p:nvPr/>
          </p:nvGrpSpPr>
          <p:grpSpPr>
            <a:xfrm>
              <a:off x="5864400" y="6027120"/>
              <a:ext cx="412560" cy="438840"/>
              <a:chOff x="5864400" y="6027120"/>
              <a:chExt cx="412560" cy="438840"/>
            </a:xfrm>
          </p:grpSpPr>
          <p:sp>
            <p:nvSpPr>
              <p:cNvPr id="208"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09"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10"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211" name="Gruppe 80"/>
          <p:cNvGrpSpPr/>
          <p:nvPr/>
        </p:nvGrpSpPr>
        <p:grpSpPr>
          <a:xfrm>
            <a:off x="-3600" y="657360"/>
            <a:ext cx="403920" cy="1181160"/>
            <a:chOff x="-3600" y="657360"/>
            <a:chExt cx="403920" cy="1181160"/>
          </a:xfrm>
        </p:grpSpPr>
        <p:sp>
          <p:nvSpPr>
            <p:cNvPr id="212"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213"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214"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15"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16"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17"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18"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19"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0"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1"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2"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3"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4"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5"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6"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7"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8"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29"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30"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231" name="Rektangel 1"/>
          <p:cNvSpPr/>
          <p:nvPr/>
        </p:nvSpPr>
        <p:spPr>
          <a:xfrm>
            <a:off x="505800" y="1154880"/>
            <a:ext cx="808992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DF6752"/>
                </a:solidFill>
                <a:effectLst/>
                <a:uFillTx/>
                <a:latin typeface="Consolas"/>
              </a:rPr>
              <a:t>- SLET DETTE SLIDE, FØR DU FÆRDIGGØR PRÆSENTATIONEN</a:t>
            </a:r>
            <a:endParaRPr lang="en-US" sz="1800" b="0" u="none" strike="noStrike">
              <a:solidFill>
                <a:srgbClr val="000000"/>
              </a:solidFill>
              <a:effectLst/>
              <a:uFillTx/>
              <a:latin typeface="Arial"/>
            </a:endParaRPr>
          </a:p>
        </p:txBody>
      </p:sp>
      <p:sp>
        <p:nvSpPr>
          <p:cNvPr id="232" name="Text Box 48"/>
          <p:cNvSpPr/>
          <p:nvPr/>
        </p:nvSpPr>
        <p:spPr>
          <a:xfrm>
            <a:off x="587520" y="1960560"/>
            <a:ext cx="2326320" cy="320724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100000"/>
              </a:lnSpc>
              <a:spcAft>
                <a:spcPts val="601"/>
              </a:spcAft>
            </a:pPr>
            <a:r>
              <a:rPr lang="da-DK" sz="1000" b="1" u="none" strike="noStrike" spc="300">
                <a:solidFill>
                  <a:schemeClr val="dk1"/>
                </a:solidFill>
                <a:effectLst/>
                <a:uFillTx/>
                <a:latin typeface="Consolas"/>
              </a:rPr>
              <a:t>AAU-SKABELONER TIL POWERPOINT</a:t>
            </a:r>
            <a:br>
              <a:rPr sz="1000"/>
            </a:br>
            <a:br>
              <a:rPr sz="1000"/>
            </a:br>
            <a:r>
              <a:rPr lang="da-DK" sz="900" b="0" u="none" strike="noStrike">
                <a:solidFill>
                  <a:schemeClr val="dk1"/>
                </a:solidFill>
                <a:effectLst/>
                <a:uFillTx/>
                <a:latin typeface="Consolas"/>
                <a:ea typeface="Calibri"/>
              </a:rPr>
              <a:t>Når du åbner PowerPoint på din pc, kan du vælge mellem to skabeloner i 16:9-format med enten det danske eller engelske AAU-logo.</a:t>
            </a:r>
            <a:endParaRPr lang="en-US" sz="900" b="0" u="none" strike="noStrike">
              <a:solidFill>
                <a:srgbClr val="000000"/>
              </a:solidFill>
              <a:effectLst/>
              <a:uFillTx/>
              <a:latin typeface="Arial"/>
            </a:endParaRPr>
          </a:p>
          <a:p>
            <a:pPr defTabSz="914400">
              <a:lnSpc>
                <a:spcPct val="100000"/>
              </a:lnSpc>
              <a:spcAft>
                <a:spcPts val="1001"/>
              </a:spcAft>
            </a:pPr>
            <a:r>
              <a:rPr lang="da-DK" sz="900" b="0" u="none" strike="noStrike">
                <a:solidFill>
                  <a:schemeClr val="dk1"/>
                </a:solidFill>
                <a:effectLst/>
                <a:uFillTx/>
                <a:latin typeface="Consolas"/>
                <a:ea typeface="Calibri"/>
              </a:rPr>
              <a:t>Det er også muligt at hente PowerPoint-skabelonerne på: </a:t>
            </a:r>
            <a:r>
              <a:rPr lang="da-DK" sz="900" b="0" u="sng" strike="noStrike">
                <a:solidFill>
                  <a:schemeClr val="dk1"/>
                </a:solidFill>
                <a:effectLst/>
                <a:uFillTx/>
                <a:latin typeface="Consolas"/>
                <a:ea typeface="Calibri"/>
                <a:hlinkClick r:id="rId2"/>
              </a:rPr>
              <a:t>www.design.aau.dk/skabeloner/powerpoint</a:t>
            </a:r>
            <a:r>
              <a:rPr lang="da-DK" sz="900" b="0" u="none" strike="noStrike">
                <a:solidFill>
                  <a:schemeClr val="dk1"/>
                </a:solidFill>
                <a:effectLst/>
                <a:uFillTx/>
                <a:latin typeface="Consolas"/>
                <a:ea typeface="Calibri"/>
              </a:rPr>
              <a:t>. Her kan du også hente den generelle AAU PowerPoint til inspiration. Denne vil løbende blive opdateret med de nyeste tal og informationer. Du kan her slette de slides du ikke vil bruge. </a:t>
            </a:r>
            <a:endParaRPr lang="en-US" sz="900" b="0" u="none" strike="noStrike">
              <a:solidFill>
                <a:srgbClr val="000000"/>
              </a:solidFill>
              <a:effectLst/>
              <a:uFillTx/>
              <a:latin typeface="Arial"/>
            </a:endParaRPr>
          </a:p>
          <a:p>
            <a:pPr defTabSz="914400">
              <a:lnSpc>
                <a:spcPct val="100000"/>
              </a:lnSpc>
              <a:spcAft>
                <a:spcPts val="1001"/>
              </a:spcAft>
              <a:tabLst>
                <a:tab pos="0" algn="l"/>
              </a:tabLst>
            </a:pPr>
            <a:r>
              <a:rPr lang="da-DK" sz="1000" b="1" u="none" strike="noStrike" spc="300">
                <a:solidFill>
                  <a:schemeClr val="dk1"/>
                </a:solidFill>
                <a:effectLst/>
                <a:uFillTx/>
                <a:latin typeface="Arial"/>
                <a:ea typeface="Calibri"/>
              </a:rPr>
              <a:t>SKRIFT</a:t>
            </a:r>
            <a:br>
              <a:rPr sz="1000"/>
            </a:br>
            <a:br>
              <a:rPr sz="1050"/>
            </a:br>
            <a:r>
              <a:rPr lang="da-DK" sz="900" b="0" u="none" strike="noStrike">
                <a:solidFill>
                  <a:schemeClr val="dk1"/>
                </a:solidFill>
                <a:effectLst/>
                <a:uFillTx/>
                <a:latin typeface="Arial"/>
                <a:ea typeface="Calibri"/>
              </a:rPr>
              <a:t>AAU anvender vores sekundære skrifttype Arial i PowerPoint-præsentationer.</a:t>
            </a:r>
            <a:endParaRPr lang="en-US" sz="900" b="0" u="none" strike="noStrike">
              <a:solidFill>
                <a:srgbClr val="000000"/>
              </a:solidFill>
              <a:effectLst/>
              <a:uFillTx/>
              <a:latin typeface="Arial"/>
            </a:endParaRPr>
          </a:p>
          <a:p>
            <a:pPr defTabSz="914400">
              <a:lnSpc>
                <a:spcPct val="115000"/>
              </a:lnSpc>
              <a:spcAft>
                <a:spcPts val="1001"/>
              </a:spcAft>
              <a:tabLst>
                <a:tab pos="0" algn="l"/>
              </a:tabLst>
            </a:pPr>
            <a:endParaRPr lang="en-US" sz="900" b="0" u="none" strike="noStrike">
              <a:solidFill>
                <a:srgbClr val="000000"/>
              </a:solidFill>
              <a:effectLst/>
              <a:uFillTx/>
              <a:latin typeface="Arial"/>
            </a:endParaRPr>
          </a:p>
        </p:txBody>
      </p:sp>
      <p:sp>
        <p:nvSpPr>
          <p:cNvPr id="233" name="Text Box 48"/>
          <p:cNvSpPr/>
          <p:nvPr/>
        </p:nvSpPr>
        <p:spPr>
          <a:xfrm>
            <a:off x="6269400" y="1960560"/>
            <a:ext cx="2326320" cy="381960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90000"/>
              </a:lnSpc>
              <a:spcAft>
                <a:spcPts val="601"/>
              </a:spcAft>
            </a:pPr>
            <a:r>
              <a:rPr lang="da-DK" sz="1000" b="1" u="none" strike="noStrike" spc="300">
                <a:solidFill>
                  <a:schemeClr val="dk1"/>
                </a:solidFill>
                <a:effectLst/>
                <a:uFillTx/>
                <a:latin typeface="Consolas"/>
              </a:rPr>
              <a:t>SKABELONENS FARVER</a:t>
            </a:r>
            <a:endParaRPr lang="en-US" sz="1000" b="0" u="none" strike="noStrike">
              <a:solidFill>
                <a:srgbClr val="000000"/>
              </a:solidFill>
              <a:effectLst/>
              <a:uFillTx/>
              <a:latin typeface="Arial"/>
            </a:endParaRPr>
          </a:p>
          <a:p>
            <a:pPr defTabSz="914400">
              <a:lnSpc>
                <a:spcPct val="90000"/>
              </a:lnSpc>
              <a:spcAft>
                <a:spcPts val="601"/>
              </a:spcAft>
            </a:pPr>
            <a:br>
              <a:rPr sz="1100"/>
            </a:br>
            <a:r>
              <a:rPr lang="da-DK" sz="900" b="0" u="none" strike="noStrike">
                <a:solidFill>
                  <a:schemeClr val="dk1"/>
                </a:solidFill>
                <a:effectLst/>
                <a:uFillTx/>
                <a:latin typeface="Arial"/>
              </a:rPr>
              <a:t>Du kan vælge mellem en række farver til baggrunde og grafer.</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Arial"/>
              </a:rPr>
              <a:t>Højreklik på den flade, du vil skifte farve på, og derefter malerbøtte-ikonet (Fyldfarve til figur)</a:t>
            </a:r>
            <a:endParaRPr lang="en-US" sz="900" b="0" u="none" strike="noStrike">
              <a:solidFill>
                <a:srgbClr val="000000"/>
              </a:solidFill>
              <a:effectLst/>
              <a:uFillTx/>
              <a:latin typeface="Arial"/>
            </a:endParaRPr>
          </a:p>
          <a:p>
            <a:pPr defTabSz="914400">
              <a:lnSpc>
                <a:spcPct val="90000"/>
              </a:lnSpc>
              <a:spcAft>
                <a:spcPts val="601"/>
              </a:spcAft>
            </a:pPr>
            <a:endParaRPr lang="en-US" sz="1000" b="0" u="none" strike="noStrike">
              <a:solidFill>
                <a:srgbClr val="000000"/>
              </a:solidFill>
              <a:effectLst/>
              <a:uFillTx/>
              <a:latin typeface="Arial"/>
            </a:endParaRPr>
          </a:p>
          <a:p>
            <a:pPr defTabSz="914400">
              <a:lnSpc>
                <a:spcPct val="90000"/>
              </a:lnSpc>
              <a:spcAft>
                <a:spcPts val="601"/>
              </a:spcAft>
            </a:pPr>
            <a:r>
              <a:rPr lang="da-DK" sz="1000" b="1" u="none" strike="noStrike" spc="300">
                <a:solidFill>
                  <a:schemeClr val="dk1"/>
                </a:solidFill>
                <a:effectLst/>
                <a:uFillTx/>
                <a:latin typeface="Consolas"/>
              </a:rPr>
              <a:t>BILLEDSTØRRELSER</a:t>
            </a:r>
            <a:endParaRPr lang="en-US" sz="1000" b="0" u="none" strike="noStrike">
              <a:solidFill>
                <a:srgbClr val="000000"/>
              </a:solidFill>
              <a:effectLst/>
              <a:uFillTx/>
              <a:latin typeface="Arial"/>
            </a:endParaRPr>
          </a:p>
          <a:p>
            <a:pPr defTabSz="914400">
              <a:lnSpc>
                <a:spcPct val="90000"/>
              </a:lnSpc>
              <a:spcAft>
                <a:spcPts val="601"/>
              </a:spcAft>
            </a:pPr>
            <a:br>
              <a:rPr sz="1000"/>
            </a:br>
            <a:r>
              <a:rPr lang="da-DK" sz="900" b="0" u="none" strike="noStrike">
                <a:solidFill>
                  <a:schemeClr val="dk1"/>
                </a:solidFill>
                <a:effectLst/>
                <a:uFillTx/>
                <a:latin typeface="Consolas"/>
              </a:rPr>
              <a:t>Sørg for at bruge højkvalitetsbilleder i de forskellige layouts. Undgå at skulle skalerer små billeder op, da dette vil gøre dem pixileret og se uprofessionelt ud. </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Consolas"/>
              </a:rPr>
              <a:t>Via Skyfish vil i kunne søge og downloade højkvalitetsbilleder fra AAU. </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Consolas"/>
              </a:rPr>
              <a:t>Mange højkvalitetsbilleder giver selvfølgelig en stor filstørrelse på PowerPointen. Hvis dette bliver et problem, kan det løses når i gemmer præsentationen under: </a:t>
            </a:r>
            <a:br>
              <a:rPr sz="900"/>
            </a:br>
            <a:r>
              <a:rPr lang="da-DK" sz="900" b="1" u="none" strike="noStrike">
                <a:solidFill>
                  <a:schemeClr val="dk1"/>
                </a:solidFill>
                <a:effectLst/>
                <a:uFillTx/>
                <a:latin typeface="Consolas"/>
              </a:rPr>
              <a:t>Gem som  - Gennemse - Komprimeringsindstillinger. </a:t>
            </a:r>
            <a:r>
              <a:rPr lang="da-DK" sz="900" b="0" u="none" strike="noStrike">
                <a:solidFill>
                  <a:schemeClr val="dk1"/>
                </a:solidFill>
                <a:effectLst/>
                <a:uFillTx/>
                <a:latin typeface="Consolas"/>
              </a:rPr>
              <a:t>Sørg dog for ikke at gemme under 150 ppi. </a:t>
            </a:r>
            <a:endParaRPr lang="en-US" sz="900" b="0" u="none" strike="noStrike">
              <a:solidFill>
                <a:srgbClr val="000000"/>
              </a:solidFill>
              <a:effectLst/>
              <a:uFillTx/>
              <a:latin typeface="Arial"/>
            </a:endParaRPr>
          </a:p>
        </p:txBody>
      </p:sp>
      <p:sp>
        <p:nvSpPr>
          <p:cNvPr id="234" name="Text Box 48"/>
          <p:cNvSpPr/>
          <p:nvPr/>
        </p:nvSpPr>
        <p:spPr>
          <a:xfrm>
            <a:off x="9115920" y="1959840"/>
            <a:ext cx="2283840" cy="356400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90000"/>
              </a:lnSpc>
              <a:spcAft>
                <a:spcPts val="601"/>
              </a:spcAft>
            </a:pPr>
            <a:r>
              <a:rPr lang="da-DK" sz="1000" b="1" u="none" strike="noStrike" spc="300">
                <a:solidFill>
                  <a:schemeClr val="dk1"/>
                </a:solidFill>
                <a:effectLst/>
                <a:uFillTx/>
                <a:latin typeface="Arial"/>
              </a:rPr>
              <a:t>INDSÆT BILLEDE</a:t>
            </a:r>
            <a:endParaRPr lang="en-US" sz="1000" b="0" u="none" strike="noStrike">
              <a:solidFill>
                <a:srgbClr val="000000"/>
              </a:solidFill>
              <a:effectLst/>
              <a:uFillTx/>
              <a:latin typeface="Arial"/>
            </a:endParaRPr>
          </a:p>
          <a:p>
            <a:pPr defTabSz="914400">
              <a:lnSpc>
                <a:spcPct val="90000"/>
              </a:lnSpc>
              <a:spcAft>
                <a:spcPts val="601"/>
              </a:spcAft>
            </a:pPr>
            <a:br>
              <a:rPr sz="1100"/>
            </a:br>
            <a:r>
              <a:rPr lang="da-DK" sz="900" b="0" u="none" strike="noStrike">
                <a:solidFill>
                  <a:schemeClr val="dk1"/>
                </a:solidFill>
                <a:effectLst/>
                <a:uFillTx/>
                <a:latin typeface="Arial"/>
              </a:rPr>
              <a:t>På layouts med billedholder: Klik på ikon og vælg </a:t>
            </a:r>
            <a:r>
              <a:rPr lang="da-DK" sz="900" b="1" u="none" strike="noStrike">
                <a:solidFill>
                  <a:schemeClr val="dk1"/>
                </a:solidFill>
                <a:effectLst/>
                <a:uFillTx/>
                <a:latin typeface="Arial"/>
              </a:rPr>
              <a:t>Indsæt</a:t>
            </a:r>
            <a:endParaRPr lang="en-US" sz="900" b="0" u="none" strike="noStrike">
              <a:solidFill>
                <a:srgbClr val="000000"/>
              </a:solidFill>
              <a:effectLst/>
              <a:uFillTx/>
              <a:latin typeface="Arial"/>
            </a:endParaRPr>
          </a:p>
          <a:p>
            <a:pPr defTabSz="914400">
              <a:lnSpc>
                <a:spcPct val="90000"/>
              </a:lnSpc>
              <a:spcAft>
                <a:spcPts val="601"/>
              </a:spcAft>
            </a:pPr>
            <a:r>
              <a:rPr lang="da-DK" sz="900" b="0" u="none" strike="noStrike">
                <a:solidFill>
                  <a:schemeClr val="dk1"/>
                </a:solidFill>
                <a:effectLst/>
                <a:uFillTx/>
                <a:latin typeface="Arial"/>
              </a:rPr>
              <a:t>Teksten ”Klik her, hvis du vil udskifte billedet” bliver ikke vist i din præsentation.  </a:t>
            </a:r>
            <a:endParaRPr lang="en-US" sz="900" b="0" u="none" strike="noStrike">
              <a:solidFill>
                <a:srgbClr val="000000"/>
              </a:solidFill>
              <a:effectLst/>
              <a:uFillTx/>
              <a:latin typeface="Arial"/>
            </a:endParaRPr>
          </a:p>
          <a:p>
            <a:pPr defTabSz="914400">
              <a:lnSpc>
                <a:spcPct val="90000"/>
              </a:lnSpc>
              <a:spcAft>
                <a:spcPts val="601"/>
              </a:spcAft>
            </a:pPr>
            <a:endParaRPr lang="en-US" sz="1000" b="0" u="none" strike="noStrike">
              <a:solidFill>
                <a:srgbClr val="000000"/>
              </a:solidFill>
              <a:effectLst/>
              <a:uFillTx/>
              <a:latin typeface="Arial"/>
            </a:endParaRPr>
          </a:p>
          <a:p>
            <a:pPr defTabSz="914400">
              <a:lnSpc>
                <a:spcPct val="90000"/>
              </a:lnSpc>
              <a:spcAft>
                <a:spcPts val="601"/>
              </a:spcAft>
            </a:pPr>
            <a:r>
              <a:rPr lang="da-DK" sz="1000" b="1" u="none" strike="noStrike" spc="300">
                <a:solidFill>
                  <a:schemeClr val="dk1"/>
                </a:solidFill>
                <a:effectLst/>
                <a:uFillTx/>
                <a:latin typeface="Consolas"/>
              </a:rPr>
              <a:t>BESKÆR BILLEDE</a:t>
            </a:r>
            <a:endParaRPr lang="en-US" sz="1000" b="0" u="none" strike="noStrike">
              <a:solidFill>
                <a:srgbClr val="000000"/>
              </a:solidFill>
              <a:effectLst/>
              <a:uFillTx/>
              <a:latin typeface="Arial"/>
            </a:endParaRPr>
          </a:p>
          <a:p>
            <a:pPr defTabSz="914400">
              <a:lnSpc>
                <a:spcPct val="90000"/>
              </a:lnSpc>
              <a:spcAft>
                <a:spcPts val="601"/>
              </a:spcAft>
            </a:pPr>
            <a:br>
              <a:rPr sz="1000"/>
            </a:br>
            <a:r>
              <a:rPr lang="da-DK" sz="900" b="1" u="none" strike="noStrike">
                <a:solidFill>
                  <a:schemeClr val="dk1"/>
                </a:solidFill>
                <a:effectLst/>
                <a:uFillTx/>
                <a:latin typeface="Arial"/>
              </a:rPr>
              <a:t>1</a:t>
            </a:r>
            <a:r>
              <a:rPr lang="da-DK" sz="900" b="0" u="none" strike="noStrike">
                <a:solidFill>
                  <a:schemeClr val="dk1"/>
                </a:solidFill>
                <a:effectLst/>
                <a:uFillTx/>
                <a:latin typeface="Arial"/>
              </a:rPr>
              <a:t>. Klik </a:t>
            </a:r>
            <a:r>
              <a:rPr lang="da-DK" sz="900" b="1" u="none" strike="noStrike">
                <a:solidFill>
                  <a:schemeClr val="dk1"/>
                </a:solidFill>
                <a:effectLst/>
                <a:uFillTx/>
                <a:latin typeface="Arial"/>
              </a:rPr>
              <a:t>Beskær</a:t>
            </a:r>
            <a:r>
              <a:rPr lang="da-DK" sz="900" b="0" u="none" strike="noStrike">
                <a:solidFill>
                  <a:schemeClr val="dk1"/>
                </a:solidFill>
                <a:effectLst/>
                <a:uFillTx/>
                <a:latin typeface="Arial"/>
              </a:rPr>
              <a:t> </a:t>
            </a:r>
            <a:r>
              <a:rPr lang="da-DK" sz="900" b="0" i="1" u="none" strike="noStrike">
                <a:solidFill>
                  <a:schemeClr val="dk1"/>
                </a:solidFill>
                <a:effectLst/>
                <a:uFillTx/>
                <a:latin typeface="Arial"/>
              </a:rPr>
              <a:t>(højreklik på billedet og tryk på ikonet som er vist til højre) </a:t>
            </a:r>
            <a:r>
              <a:rPr lang="da-DK" sz="900" b="0" u="none" strike="noStrike">
                <a:solidFill>
                  <a:schemeClr val="dk1"/>
                </a:solidFill>
                <a:effectLst/>
                <a:uFillTx/>
                <a:latin typeface="Arial"/>
              </a:rPr>
              <a:t>for at ændre billedets fokus/størrelse</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2. </a:t>
            </a:r>
            <a:r>
              <a:rPr lang="da-DK" sz="900" b="0" u="none" strike="noStrike">
                <a:solidFill>
                  <a:schemeClr val="dk1"/>
                </a:solidFill>
                <a:effectLst/>
                <a:uFillTx/>
                <a:latin typeface="Arial"/>
              </a:rPr>
              <a:t>Ønsker du at skalere billedet </a:t>
            </a:r>
            <a:r>
              <a:rPr lang="da-DK" sz="900" b="0" i="1" u="none" strike="noStrike">
                <a:solidFill>
                  <a:schemeClr val="dk1"/>
                </a:solidFill>
                <a:effectLst/>
                <a:uFillTx/>
                <a:latin typeface="Arial"/>
              </a:rPr>
              <a:t>(ændre billedets størrelse uden at ændre dets proportioner), </a:t>
            </a:r>
            <a:r>
              <a:rPr lang="da-DK" sz="900" b="0" u="none" strike="noStrike">
                <a:solidFill>
                  <a:schemeClr val="dk1"/>
                </a:solidFill>
                <a:effectLst/>
                <a:uFillTx/>
                <a:latin typeface="Arial"/>
              </a:rPr>
              <a:t>så hold </a:t>
            </a:r>
            <a:r>
              <a:rPr lang="da-DK" sz="900" b="1" u="none" strike="noStrike">
                <a:solidFill>
                  <a:schemeClr val="dk1"/>
                </a:solidFill>
                <a:effectLst/>
                <a:uFillTx/>
                <a:latin typeface="Arial"/>
              </a:rPr>
              <a:t>SHIFT</a:t>
            </a:r>
            <a:r>
              <a:rPr lang="da-DK" sz="900" b="0" u="none" strike="noStrike">
                <a:solidFill>
                  <a:schemeClr val="dk1"/>
                </a:solidFill>
                <a:effectLst/>
                <a:uFillTx/>
                <a:latin typeface="Arial"/>
              </a:rPr>
              <a:t>-knappen nede, mens du trækker i billedets hjørner</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3. </a:t>
            </a:r>
            <a:r>
              <a:rPr lang="da-DK" sz="900" b="0" u="none" strike="noStrike">
                <a:solidFill>
                  <a:schemeClr val="dk1"/>
                </a:solidFill>
                <a:effectLst/>
                <a:uFillTx/>
                <a:latin typeface="Arial"/>
              </a:rPr>
              <a:t>Højreklik på billedet og vælg </a:t>
            </a:r>
            <a:r>
              <a:rPr lang="da-DK" sz="900" b="1" u="none" strike="noStrike">
                <a:solidFill>
                  <a:schemeClr val="dk1"/>
                </a:solidFill>
                <a:effectLst/>
                <a:uFillTx/>
                <a:latin typeface="Arial"/>
              </a:rPr>
              <a:t>Placer bagerst</a:t>
            </a:r>
            <a:endParaRPr lang="en-US" sz="900" b="0" u="none" strike="noStrike">
              <a:solidFill>
                <a:srgbClr val="000000"/>
              </a:solidFill>
              <a:effectLst/>
              <a:uFillTx/>
              <a:latin typeface="Arial"/>
            </a:endParaRPr>
          </a:p>
          <a:p>
            <a:pPr defTabSz="914400">
              <a:lnSpc>
                <a:spcPct val="90000"/>
              </a:lnSpc>
              <a:spcAft>
                <a:spcPts val="601"/>
              </a:spcAft>
            </a:pPr>
            <a:r>
              <a:rPr lang="da-DK" sz="900" b="1" u="none" strike="noStrike">
                <a:solidFill>
                  <a:schemeClr val="dk1"/>
                </a:solidFill>
                <a:effectLst/>
                <a:uFillTx/>
                <a:latin typeface="Arial"/>
              </a:rPr>
              <a:t>Tip: </a:t>
            </a:r>
            <a:r>
              <a:rPr lang="da-DK" sz="900" b="0" u="none" strike="noStrike">
                <a:solidFill>
                  <a:schemeClr val="dk1"/>
                </a:solidFill>
                <a:effectLst/>
                <a:uFillTx/>
                <a:latin typeface="Arial"/>
              </a:rPr>
              <a:t>Hvis du sletter billedet og indsætter et nyt, kan billedet lægge sig foran tekst og grafik. Hvis dette sker, skal du vælge billedet, højreklikke og vælge </a:t>
            </a:r>
            <a:r>
              <a:rPr lang="da-DK" sz="900" b="1" u="none" strike="noStrike">
                <a:solidFill>
                  <a:schemeClr val="dk1"/>
                </a:solidFill>
                <a:effectLst/>
                <a:uFillTx/>
                <a:latin typeface="Arial"/>
              </a:rPr>
              <a:t>Placer bagerst</a:t>
            </a:r>
            <a:endParaRPr lang="en-US" sz="900" b="0" u="none" strike="noStrike">
              <a:solidFill>
                <a:srgbClr val="000000"/>
              </a:solidFill>
              <a:effectLst/>
              <a:uFillTx/>
              <a:latin typeface="Arial"/>
            </a:endParaRPr>
          </a:p>
        </p:txBody>
      </p:sp>
      <p:sp>
        <p:nvSpPr>
          <p:cNvPr id="235" name="Text Box 48"/>
          <p:cNvSpPr/>
          <p:nvPr/>
        </p:nvSpPr>
        <p:spPr>
          <a:xfrm>
            <a:off x="9115920" y="5936040"/>
            <a:ext cx="2516400" cy="58788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90000"/>
              </a:lnSpc>
              <a:spcAft>
                <a:spcPts val="601"/>
              </a:spcAft>
            </a:pPr>
            <a:r>
              <a:rPr lang="da-DK" sz="1000" b="1" u="none" strike="noStrike" spc="300">
                <a:solidFill>
                  <a:schemeClr val="dk1"/>
                </a:solidFill>
                <a:effectLst/>
                <a:uFillTx/>
                <a:latin typeface="Consolas"/>
              </a:rPr>
              <a:t>MERE INFORMATION</a:t>
            </a:r>
            <a:endParaRPr lang="en-US" sz="1000" b="0" u="none" strike="noStrike">
              <a:solidFill>
                <a:srgbClr val="000000"/>
              </a:solidFill>
              <a:effectLst/>
              <a:uFillTx/>
              <a:latin typeface="Arial"/>
            </a:endParaRPr>
          </a:p>
          <a:p>
            <a:pPr defTabSz="914400">
              <a:lnSpc>
                <a:spcPct val="90000"/>
              </a:lnSpc>
              <a:spcAft>
                <a:spcPts val="601"/>
              </a:spcAft>
            </a:pPr>
            <a:br>
              <a:rPr sz="900"/>
            </a:br>
            <a:r>
              <a:rPr lang="da-DK" sz="900" b="0" u="none" strike="noStrike">
                <a:solidFill>
                  <a:schemeClr val="dk1"/>
                </a:solidFill>
                <a:effectLst/>
                <a:uFillTx/>
                <a:latin typeface="Consolas"/>
              </a:rPr>
              <a:t>Se designguiden på</a:t>
            </a:r>
            <a:br>
              <a:rPr sz="900"/>
            </a:br>
            <a:r>
              <a:rPr lang="da-DK" sz="900" b="0" u="sng" strike="noStrike">
                <a:solidFill>
                  <a:schemeClr val="dk1"/>
                </a:solidFill>
                <a:effectLst/>
                <a:uFillTx/>
                <a:latin typeface="Arial"/>
                <a:ea typeface="Calibri"/>
                <a:hlinkClick r:id="rId2"/>
              </a:rPr>
              <a:t>www.design.aau.dk/skabeloner/powerpoint</a:t>
            </a:r>
            <a:endParaRPr lang="en-US" sz="900" b="0" u="none" strike="noStrike">
              <a:solidFill>
                <a:srgbClr val="000000"/>
              </a:solidFill>
              <a:effectLst/>
              <a:uFillTx/>
              <a:latin typeface="Arial"/>
            </a:endParaRPr>
          </a:p>
        </p:txBody>
      </p:sp>
      <p:sp>
        <p:nvSpPr>
          <p:cNvPr id="236" name="Text Box 48"/>
          <p:cNvSpPr/>
          <p:nvPr/>
        </p:nvSpPr>
        <p:spPr>
          <a:xfrm>
            <a:off x="3428280" y="1959840"/>
            <a:ext cx="2326320" cy="3440880"/>
          </a:xfrm>
          <a:prstGeom prst="rect">
            <a:avLst/>
          </a:prstGeom>
          <a:noFill/>
          <a:ln w="0">
            <a:noFill/>
          </a:ln>
        </p:spPr>
        <p:style>
          <a:lnRef idx="0">
            <a:scrgbClr r="0" g="0" b="0"/>
          </a:lnRef>
          <a:fillRef idx="0">
            <a:scrgbClr r="0" g="0" b="0"/>
          </a:fillRef>
          <a:effectRef idx="0">
            <a:scrgbClr r="0" g="0" b="0"/>
          </a:effectRef>
          <a:fontRef idx="minor"/>
        </p:style>
        <p:txBody>
          <a:bodyPr lIns="0" tIns="0" rIns="144000" bIns="0" anchor="t">
            <a:spAutoFit/>
          </a:bodyPr>
          <a:lstStyle/>
          <a:p>
            <a:pPr defTabSz="914400">
              <a:lnSpc>
                <a:spcPct val="100000"/>
              </a:lnSpc>
              <a:spcAft>
                <a:spcPts val="601"/>
              </a:spcAft>
              <a:tabLst>
                <a:tab pos="0" algn="l"/>
              </a:tabLst>
            </a:pPr>
            <a:r>
              <a:rPr lang="da-DK" sz="1000" b="1" u="none" strike="noStrike" spc="300">
                <a:solidFill>
                  <a:schemeClr val="dk1"/>
                </a:solidFill>
                <a:effectLst/>
                <a:uFillTx/>
                <a:latin typeface="Consolas"/>
              </a:rPr>
              <a:t>LAV NYT DIAS/SLIDE </a:t>
            </a:r>
            <a:r>
              <a:rPr lang="da-DK" sz="900" b="0" u="none" strike="noStrike">
                <a:solidFill>
                  <a:schemeClr val="dk1"/>
                </a:solidFill>
                <a:effectLst/>
                <a:uFillTx/>
                <a:latin typeface="Arial"/>
              </a:rPr>
              <a:t>(HHV. 2010- + 2013- OG 2016-VERSION)</a:t>
            </a:r>
            <a:endParaRPr lang="en-US" sz="900" b="0" u="none" strike="noStrike">
              <a:solidFill>
                <a:srgbClr val="000000"/>
              </a:solidFill>
              <a:effectLst/>
              <a:uFillTx/>
              <a:latin typeface="Arial"/>
            </a:endParaRPr>
          </a:p>
          <a:p>
            <a:pPr defTabSz="914400">
              <a:lnSpc>
                <a:spcPct val="100000"/>
              </a:lnSpc>
              <a:spcAft>
                <a:spcPts val="601"/>
              </a:spcAft>
              <a:tabLst>
                <a:tab pos="0" algn="l"/>
              </a:tabLst>
            </a:pPr>
            <a:r>
              <a:rPr lang="da-DK" sz="900" b="0" u="none" strike="noStrike">
                <a:solidFill>
                  <a:schemeClr val="dk1"/>
                </a:solidFill>
                <a:effectLst/>
                <a:uFillTx/>
                <a:latin typeface="Arial"/>
              </a:rPr>
              <a:t> </a:t>
            </a:r>
            <a:br>
              <a:rPr sz="800"/>
            </a:br>
            <a:r>
              <a:rPr lang="da-DK" sz="900" b="1" u="none" strike="noStrike">
                <a:solidFill>
                  <a:schemeClr val="dk1"/>
                </a:solidFill>
                <a:effectLst/>
                <a:uFillTx/>
                <a:latin typeface="Arial"/>
              </a:rPr>
              <a:t>1. </a:t>
            </a:r>
            <a:r>
              <a:rPr lang="da-DK" sz="900" b="0" u="none" strike="noStrike">
                <a:solidFill>
                  <a:schemeClr val="dk1"/>
                </a:solidFill>
                <a:effectLst/>
                <a:uFillTx/>
                <a:latin typeface="Arial"/>
              </a:rPr>
              <a:t>Klik på </a:t>
            </a:r>
            <a:r>
              <a:rPr lang="da-DK" sz="900" b="1" u="none" strike="noStrike">
                <a:solidFill>
                  <a:schemeClr val="dk1"/>
                </a:solidFill>
                <a:effectLst/>
                <a:uFillTx/>
                <a:latin typeface="Arial"/>
              </a:rPr>
              <a:t>Startside/Hjem</a:t>
            </a:r>
            <a:endParaRPr lang="en-US" sz="900" b="0" u="none" strike="noStrike">
              <a:solidFill>
                <a:srgbClr val="000000"/>
              </a:solidFill>
              <a:effectLst/>
              <a:uFillTx/>
              <a:latin typeface="Arial"/>
            </a:endParaRPr>
          </a:p>
          <a:p>
            <a:pPr defTabSz="914400">
              <a:lnSpc>
                <a:spcPct val="100000"/>
              </a:lnSpc>
              <a:spcAft>
                <a:spcPts val="601"/>
              </a:spcAft>
              <a:tabLst>
                <a:tab pos="0" algn="l"/>
              </a:tabLst>
            </a:pPr>
            <a:r>
              <a:rPr lang="da-DK" sz="900" b="1" u="none" strike="noStrike">
                <a:solidFill>
                  <a:schemeClr val="dk1"/>
                </a:solidFill>
                <a:effectLst/>
                <a:uFillTx/>
                <a:latin typeface="Consolas"/>
              </a:rPr>
              <a:t>2. </a:t>
            </a:r>
            <a:r>
              <a:rPr lang="da-DK" sz="900" b="0" u="none" strike="noStrike">
                <a:solidFill>
                  <a:schemeClr val="dk1"/>
                </a:solidFill>
                <a:effectLst/>
                <a:uFillTx/>
                <a:latin typeface="Consolas"/>
              </a:rPr>
              <a:t>Under knappen </a:t>
            </a:r>
            <a:r>
              <a:rPr lang="da-DK" sz="900" b="1" u="none" strike="noStrike">
                <a:solidFill>
                  <a:schemeClr val="dk1"/>
                </a:solidFill>
                <a:effectLst/>
                <a:uFillTx/>
                <a:latin typeface="Consolas"/>
              </a:rPr>
              <a:t>Nyt dias/Nyt slide</a:t>
            </a:r>
            <a:r>
              <a:rPr lang="da-DK" sz="900" b="0" u="none" strike="noStrike">
                <a:solidFill>
                  <a:schemeClr val="dk1"/>
                </a:solidFill>
                <a:effectLst/>
                <a:uFillTx/>
                <a:latin typeface="Consolas"/>
              </a:rPr>
              <a:t>. Klik på øverste del af knappen for at oprette i et dias/slide magen til det markerede. Klik på nederste del for at se et udvalg af mulige layoutvalg med AAU-design. </a:t>
            </a:r>
            <a:endParaRPr lang="en-US" sz="900" b="0" u="none" strike="noStrike">
              <a:solidFill>
                <a:srgbClr val="000000"/>
              </a:solidFill>
              <a:effectLst/>
              <a:uFillTx/>
              <a:latin typeface="Arial"/>
            </a:endParaRPr>
          </a:p>
          <a:p>
            <a:pPr defTabSz="914400">
              <a:lnSpc>
                <a:spcPct val="100000"/>
              </a:lnSpc>
              <a:spcAft>
                <a:spcPts val="601"/>
              </a:spcAft>
              <a:tabLst>
                <a:tab pos="0" algn="l"/>
              </a:tabLst>
            </a:pPr>
            <a:endParaRPr lang="en-US" sz="900" b="0" u="none" strike="noStrike">
              <a:solidFill>
                <a:srgbClr val="000000"/>
              </a:solidFill>
              <a:effectLst/>
              <a:uFillTx/>
              <a:latin typeface="Arial"/>
            </a:endParaRPr>
          </a:p>
          <a:p>
            <a:pPr defTabSz="914400">
              <a:lnSpc>
                <a:spcPct val="90000"/>
              </a:lnSpc>
              <a:tabLst>
                <a:tab pos="0" algn="l"/>
              </a:tabLst>
            </a:pPr>
            <a:r>
              <a:rPr lang="da-DK" sz="1000" b="1" u="none" strike="noStrike" spc="300">
                <a:solidFill>
                  <a:schemeClr val="dk1"/>
                </a:solidFill>
                <a:effectLst/>
                <a:uFillTx/>
                <a:latin typeface="Arial"/>
              </a:rPr>
              <a:t>GITTER- OG HJÆLPELINJER</a:t>
            </a:r>
            <a:endParaRPr lang="en-US" sz="1000" b="0" u="none" strike="noStrike">
              <a:solidFill>
                <a:srgbClr val="000000"/>
              </a:solidFill>
              <a:effectLst/>
              <a:uFillTx/>
              <a:latin typeface="Arial"/>
            </a:endParaRPr>
          </a:p>
          <a:p>
            <a:pPr defTabSz="914400">
              <a:lnSpc>
                <a:spcPct val="90000"/>
              </a:lnSpc>
              <a:tabLst>
                <a:tab pos="0" algn="l"/>
              </a:tabLst>
            </a:pPr>
            <a:endParaRPr lang="en-US" sz="1000" b="0" u="none" strike="noStrike">
              <a:solidFill>
                <a:srgbClr val="000000"/>
              </a:solidFill>
              <a:effectLst/>
              <a:uFillTx/>
              <a:latin typeface="Arial"/>
            </a:endParaRPr>
          </a:p>
          <a:p>
            <a:pPr defTabSz="914400">
              <a:lnSpc>
                <a:spcPct val="90000"/>
              </a:lnSpc>
              <a:spcAft>
                <a:spcPts val="601"/>
              </a:spcAft>
              <a:tabLst>
                <a:tab pos="0" algn="l"/>
              </a:tabLst>
            </a:pPr>
            <a:r>
              <a:rPr lang="da-DK" sz="900" b="0" u="none" strike="noStrike">
                <a:solidFill>
                  <a:schemeClr val="dk1"/>
                </a:solidFill>
                <a:effectLst/>
                <a:uFillTx/>
                <a:latin typeface="Arial"/>
              </a:rPr>
              <a:t>For at få et ensartet udtryk i vores præsentationer er der guidelines i form af </a:t>
            </a:r>
            <a:r>
              <a:rPr lang="da-DK" sz="900" b="1" u="none" strike="noStrike">
                <a:solidFill>
                  <a:schemeClr val="dk1"/>
                </a:solidFill>
                <a:effectLst/>
                <a:uFillTx/>
                <a:latin typeface="Arial"/>
              </a:rPr>
              <a:t>Hjælpelinjer. </a:t>
            </a:r>
            <a:r>
              <a:rPr lang="da-DK" sz="900" b="0" u="none" strike="noStrike">
                <a:solidFill>
                  <a:schemeClr val="dk1"/>
                </a:solidFill>
                <a:effectLst/>
                <a:uFillTx/>
                <a:latin typeface="Arial"/>
              </a:rPr>
              <a:t>For at se disse: </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chemeClr val="dk1"/>
                </a:solidFill>
                <a:effectLst/>
                <a:uFillTx/>
                <a:latin typeface="Arial"/>
              </a:rPr>
              <a:t>1. </a:t>
            </a:r>
            <a:r>
              <a:rPr lang="da-DK" sz="900" b="0" u="none" strike="noStrike">
                <a:solidFill>
                  <a:schemeClr val="dk1"/>
                </a:solidFill>
                <a:effectLst/>
                <a:uFillTx/>
                <a:latin typeface="Arial"/>
              </a:rPr>
              <a:t>Klik på </a:t>
            </a:r>
            <a:r>
              <a:rPr lang="da-DK" sz="900" b="1" u="none" strike="noStrike">
                <a:solidFill>
                  <a:schemeClr val="dk1"/>
                </a:solidFill>
                <a:effectLst/>
                <a:uFillTx/>
                <a:latin typeface="Arial"/>
              </a:rPr>
              <a:t>Vis</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chemeClr val="dk1"/>
                </a:solidFill>
                <a:effectLst/>
                <a:uFillTx/>
                <a:latin typeface="Arial"/>
              </a:rPr>
              <a:t>2. </a:t>
            </a:r>
            <a:r>
              <a:rPr lang="da-DK" sz="900" b="0" u="none" strike="noStrike">
                <a:solidFill>
                  <a:schemeClr val="dk1"/>
                </a:solidFill>
                <a:effectLst/>
                <a:uFillTx/>
                <a:latin typeface="Arial"/>
              </a:rPr>
              <a:t>Vælg </a:t>
            </a:r>
            <a:r>
              <a:rPr lang="da-DK" sz="900" b="1" u="none" strike="noStrike">
                <a:solidFill>
                  <a:schemeClr val="dk1"/>
                </a:solidFill>
                <a:effectLst/>
                <a:uFillTx/>
                <a:latin typeface="Arial"/>
              </a:rPr>
              <a:t>Gitterlinjer</a:t>
            </a:r>
            <a:r>
              <a:rPr lang="da-DK" sz="900" b="0" u="none" strike="noStrike">
                <a:solidFill>
                  <a:schemeClr val="dk1"/>
                </a:solidFill>
                <a:effectLst/>
                <a:uFillTx/>
                <a:latin typeface="Arial"/>
              </a:rPr>
              <a:t> og/eller </a:t>
            </a:r>
            <a:r>
              <a:rPr lang="da-DK" sz="900" b="1" u="none" strike="noStrike">
                <a:solidFill>
                  <a:schemeClr val="dk1"/>
                </a:solidFill>
                <a:effectLst/>
                <a:uFillTx/>
                <a:latin typeface="Arial"/>
              </a:rPr>
              <a:t>Hjælpelinjer</a:t>
            </a:r>
            <a:endParaRPr lang="en-US" sz="900" b="0" u="none" strike="noStrike">
              <a:solidFill>
                <a:srgbClr val="000000"/>
              </a:solidFill>
              <a:effectLst/>
              <a:uFillTx/>
              <a:latin typeface="Arial"/>
            </a:endParaRPr>
          </a:p>
          <a:p>
            <a:pPr defTabSz="914400">
              <a:lnSpc>
                <a:spcPct val="90000"/>
              </a:lnSpc>
              <a:spcAft>
                <a:spcPts val="601"/>
              </a:spcAft>
              <a:tabLst>
                <a:tab pos="0" algn="l"/>
              </a:tabLst>
            </a:pPr>
            <a:r>
              <a:rPr lang="da-DK" sz="900" b="1" u="none" strike="noStrike">
                <a:solidFill>
                  <a:srgbClr val="DF6752"/>
                </a:solidFill>
                <a:effectLst/>
                <a:uFillTx/>
                <a:latin typeface="Arial"/>
              </a:rPr>
              <a:t>Tip: </a:t>
            </a:r>
            <a:r>
              <a:rPr lang="da-DK" sz="900" b="0" u="none" strike="noStrike">
                <a:solidFill>
                  <a:srgbClr val="DF6752"/>
                </a:solidFill>
                <a:effectLst/>
                <a:uFillTx/>
                <a:latin typeface="Arial"/>
              </a:rPr>
              <a:t>Tryk </a:t>
            </a:r>
            <a:r>
              <a:rPr lang="da-DK" sz="900" b="1" u="none" strike="noStrike">
                <a:solidFill>
                  <a:srgbClr val="DF6752"/>
                </a:solidFill>
                <a:effectLst/>
                <a:uFillTx/>
                <a:latin typeface="Arial"/>
              </a:rPr>
              <a:t>Alt + F9</a:t>
            </a:r>
            <a:r>
              <a:rPr lang="da-DK" sz="900" b="0" u="none" strike="noStrike">
                <a:solidFill>
                  <a:srgbClr val="DF6752"/>
                </a:solidFill>
                <a:effectLst/>
                <a:uFillTx/>
                <a:latin typeface="Arial"/>
              </a:rPr>
              <a:t> for hurtig visning af hjælpelinjer</a:t>
            </a:r>
            <a:endParaRPr lang="en-US" sz="900" b="0" u="none" strike="noStrike">
              <a:solidFill>
                <a:srgbClr val="000000"/>
              </a:solidFill>
              <a:effectLst/>
              <a:uFillTx/>
              <a:latin typeface="Arial"/>
            </a:endParaRPr>
          </a:p>
          <a:p>
            <a:pPr defTabSz="914400">
              <a:lnSpc>
                <a:spcPct val="100000"/>
              </a:lnSpc>
              <a:spcAft>
                <a:spcPts val="601"/>
              </a:spcAft>
              <a:tabLst>
                <a:tab pos="0" algn="l"/>
              </a:tabLst>
            </a:pPr>
            <a:endParaRPr lang="en-US" sz="900" b="0" u="none" strike="noStrike">
              <a:solidFill>
                <a:srgbClr val="000000"/>
              </a:solidFill>
              <a:effectLst/>
              <a:uFillTx/>
              <a:latin typeface="Arial"/>
            </a:endParaRPr>
          </a:p>
        </p:txBody>
      </p:sp>
      <p:pic>
        <p:nvPicPr>
          <p:cNvPr id="237" name="Billede 25"/>
          <p:cNvPicPr/>
          <p:nvPr/>
        </p:nvPicPr>
        <p:blipFill>
          <a:blip r:embed="rId3"/>
          <a:stretch/>
        </p:blipFill>
        <p:spPr>
          <a:xfrm>
            <a:off x="11273400" y="2241720"/>
            <a:ext cx="366840" cy="392400"/>
          </a:xfrm>
          <a:prstGeom prst="rect">
            <a:avLst/>
          </a:prstGeom>
          <a:noFill/>
          <a:ln w="0">
            <a:noFill/>
          </a:ln>
        </p:spPr>
      </p:pic>
      <p:pic>
        <p:nvPicPr>
          <p:cNvPr id="238" name="Billede 36"/>
          <p:cNvPicPr/>
          <p:nvPr/>
        </p:nvPicPr>
        <p:blipFill>
          <a:blip r:embed="rId4"/>
          <a:stretch/>
        </p:blipFill>
        <p:spPr>
          <a:xfrm>
            <a:off x="11265840" y="3658680"/>
            <a:ext cx="415440" cy="396000"/>
          </a:xfrm>
          <a:prstGeom prst="rect">
            <a:avLst/>
          </a:prstGeom>
          <a:noFill/>
          <a:ln w="0">
            <a:noFill/>
          </a:ln>
        </p:spPr>
      </p:pic>
      <p:pic>
        <p:nvPicPr>
          <p:cNvPr id="239" name="Billede 39"/>
          <p:cNvPicPr/>
          <p:nvPr/>
        </p:nvPicPr>
        <p:blipFill>
          <a:blip r:embed="rId5"/>
          <a:srcRect l="2947" r="60890"/>
          <a:stretch/>
        </p:blipFill>
        <p:spPr>
          <a:xfrm>
            <a:off x="5729400" y="2621880"/>
            <a:ext cx="318240" cy="567360"/>
          </a:xfrm>
          <a:prstGeom prst="rect">
            <a:avLst/>
          </a:prstGeom>
          <a:noFill/>
          <a:ln w="0">
            <a:noFill/>
          </a:ln>
        </p:spPr>
      </p:pic>
      <p:sp>
        <p:nvSpPr>
          <p:cNvPr id="240" name="Rektangel 21"/>
          <p:cNvSpPr/>
          <p:nvPr/>
        </p:nvSpPr>
        <p:spPr>
          <a:xfrm>
            <a:off x="509400" y="510480"/>
            <a:ext cx="6094440" cy="119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3600" b="1" u="none" strike="noStrike" spc="300">
                <a:solidFill>
                  <a:schemeClr val="dk1"/>
                </a:solidFill>
                <a:effectLst/>
                <a:uFillTx/>
                <a:latin typeface="Consolas"/>
              </a:rPr>
              <a:t>BRUGERGUIDE</a:t>
            </a:r>
            <a:br>
              <a:rPr sz="3600"/>
            </a:br>
            <a:endParaRPr lang="en-US" sz="3600" b="0" u="none" strike="noStrike">
              <a:solidFill>
                <a:srgbClr val="000000"/>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tor billede venstre">
    <p:bg>
      <p:bgPr>
        <a:solidFill>
          <a:srgbClr val="FFFFFF"/>
        </a:solidFill>
        <a:effectLst/>
      </p:bgPr>
    </p:bg>
    <p:spTree>
      <p:nvGrpSpPr>
        <p:cNvPr id="1" name=""/>
        <p:cNvGrpSpPr/>
        <p:nvPr/>
      </p:nvGrpSpPr>
      <p:grpSpPr>
        <a:xfrm>
          <a:off x="0" y="0"/>
          <a:ext cx="0" cy="0"/>
          <a:chOff x="0" y="0"/>
          <a:chExt cx="0" cy="0"/>
        </a:xfrm>
      </p:grpSpPr>
      <p:grpSp>
        <p:nvGrpSpPr>
          <p:cNvPr id="241" name="Gruppe 57"/>
          <p:cNvGrpSpPr/>
          <p:nvPr/>
        </p:nvGrpSpPr>
        <p:grpSpPr>
          <a:xfrm>
            <a:off x="5466600" y="6027120"/>
            <a:ext cx="1271160" cy="667440"/>
            <a:chOff x="5466600" y="6027120"/>
            <a:chExt cx="1271160" cy="667440"/>
          </a:xfrm>
        </p:grpSpPr>
        <p:grpSp>
          <p:nvGrpSpPr>
            <p:cNvPr id="242" name="Gruppe 55"/>
            <p:cNvGrpSpPr/>
            <p:nvPr/>
          </p:nvGrpSpPr>
          <p:grpSpPr>
            <a:xfrm>
              <a:off x="5466600" y="6631920"/>
              <a:ext cx="1271160" cy="62640"/>
              <a:chOff x="5466600" y="6631920"/>
              <a:chExt cx="1271160" cy="62640"/>
            </a:xfrm>
          </p:grpSpPr>
          <p:sp>
            <p:nvSpPr>
              <p:cNvPr id="243"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244"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245"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246"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247"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248"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249"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250"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251"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252"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253"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254"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255"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256"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257"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258"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259"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260"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261" name="Gruppe 56"/>
            <p:cNvGrpSpPr/>
            <p:nvPr/>
          </p:nvGrpSpPr>
          <p:grpSpPr>
            <a:xfrm>
              <a:off x="5864400" y="6027120"/>
              <a:ext cx="412560" cy="438840"/>
              <a:chOff x="5864400" y="6027120"/>
              <a:chExt cx="412560" cy="438840"/>
            </a:xfrm>
          </p:grpSpPr>
          <p:sp>
            <p:nvSpPr>
              <p:cNvPr id="262"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63"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64"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265" name="Gruppe 80"/>
          <p:cNvGrpSpPr/>
          <p:nvPr/>
        </p:nvGrpSpPr>
        <p:grpSpPr>
          <a:xfrm>
            <a:off x="-3600" y="657360"/>
            <a:ext cx="403920" cy="1181160"/>
            <a:chOff x="-3600" y="657360"/>
            <a:chExt cx="403920" cy="1181160"/>
          </a:xfrm>
        </p:grpSpPr>
        <p:sp>
          <p:nvSpPr>
            <p:cNvPr id="266"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267"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268"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69"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0"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1"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2"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3"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4"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5"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6"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7"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8"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79"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80"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81"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82"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83"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84"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285" name="PlaceHolder 1"/>
          <p:cNvSpPr>
            <a:spLocks noGrp="1"/>
          </p:cNvSpPr>
          <p:nvPr>
            <p:ph type="sldNum" idx="3"/>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0E8CFC5F-019B-4AB5-99FF-B117574F4C12}"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286" name="PlaceHolder 2"/>
          <p:cNvSpPr>
            <a:spLocks noGrp="1"/>
          </p:cNvSpPr>
          <p:nvPr>
            <p:ph type="pic" hasCustomPrompt="1"/>
          </p:nvPr>
        </p:nvSpPr>
        <p:spPr>
          <a:xfrm>
            <a:off x="0" y="0"/>
            <a:ext cx="7426440" cy="685656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287" name="PlaceHolder 3"/>
          <p:cNvSpPr>
            <a:spLocks noGrp="1"/>
          </p:cNvSpPr>
          <p:nvPr>
            <p:ph type="title" hasCustomPrompt="1"/>
          </p:nvPr>
        </p:nvSpPr>
        <p:spPr>
          <a:xfrm>
            <a:off x="8031960" y="957600"/>
            <a:ext cx="3877920" cy="198648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sp>
        <p:nvSpPr>
          <p:cNvPr id="288" name="PlaceHolder 4"/>
          <p:cNvSpPr>
            <a:spLocks noGrp="1"/>
          </p:cNvSpPr>
          <p:nvPr>
            <p:ph type="body" hasCustomPrompt="1"/>
          </p:nvPr>
        </p:nvSpPr>
        <p:spPr>
          <a:xfrm>
            <a:off x="8031960" y="3199680"/>
            <a:ext cx="3587040" cy="298116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p:txBody>
      </p:sp>
      <p:grpSp>
        <p:nvGrpSpPr>
          <p:cNvPr id="289" name="Gruppe 7"/>
          <p:cNvGrpSpPr/>
          <p:nvPr/>
        </p:nvGrpSpPr>
        <p:grpSpPr>
          <a:xfrm>
            <a:off x="7427880" y="1288440"/>
            <a:ext cx="403920" cy="1181520"/>
            <a:chOff x="7427880" y="1288440"/>
            <a:chExt cx="403920" cy="1181520"/>
          </a:xfrm>
        </p:grpSpPr>
        <p:sp>
          <p:nvSpPr>
            <p:cNvPr id="290" name="Freeform 53"/>
            <p:cNvSpPr/>
            <p:nvPr/>
          </p:nvSpPr>
          <p:spPr>
            <a:xfrm>
              <a:off x="7759800" y="239976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291" name="Freeform 54"/>
            <p:cNvSpPr/>
            <p:nvPr/>
          </p:nvSpPr>
          <p:spPr>
            <a:xfrm>
              <a:off x="7668000" y="231696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292" name="Freeform 55"/>
            <p:cNvSpPr/>
            <p:nvPr/>
          </p:nvSpPr>
          <p:spPr>
            <a:xfrm>
              <a:off x="7556400" y="223632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93" name="Freeform 56"/>
            <p:cNvSpPr/>
            <p:nvPr/>
          </p:nvSpPr>
          <p:spPr>
            <a:xfrm>
              <a:off x="7427880" y="215748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94" name="Freeform 57"/>
            <p:cNvSpPr/>
            <p:nvPr/>
          </p:nvSpPr>
          <p:spPr>
            <a:xfrm>
              <a:off x="7427880" y="208620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95" name="Freeform 58"/>
            <p:cNvSpPr/>
            <p:nvPr/>
          </p:nvSpPr>
          <p:spPr>
            <a:xfrm>
              <a:off x="7427880" y="201096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96" name="Freeform 59"/>
            <p:cNvSpPr/>
            <p:nvPr/>
          </p:nvSpPr>
          <p:spPr>
            <a:xfrm>
              <a:off x="7427880" y="194292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97" name="Freeform 60"/>
            <p:cNvSpPr/>
            <p:nvPr/>
          </p:nvSpPr>
          <p:spPr>
            <a:xfrm>
              <a:off x="7427880" y="187524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98" name="Freeform 61"/>
            <p:cNvSpPr/>
            <p:nvPr/>
          </p:nvSpPr>
          <p:spPr>
            <a:xfrm>
              <a:off x="7427880" y="180576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299" name="Freeform 62"/>
            <p:cNvSpPr/>
            <p:nvPr/>
          </p:nvSpPr>
          <p:spPr>
            <a:xfrm>
              <a:off x="7427880" y="174132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0" name="Freeform 63"/>
            <p:cNvSpPr/>
            <p:nvPr/>
          </p:nvSpPr>
          <p:spPr>
            <a:xfrm>
              <a:off x="7427880" y="168084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1" name="Freeform 64"/>
            <p:cNvSpPr/>
            <p:nvPr/>
          </p:nvSpPr>
          <p:spPr>
            <a:xfrm>
              <a:off x="7427880" y="162036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2" name="Freeform 65"/>
            <p:cNvSpPr/>
            <p:nvPr/>
          </p:nvSpPr>
          <p:spPr>
            <a:xfrm>
              <a:off x="7427880" y="156528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3" name="Freeform 66"/>
            <p:cNvSpPr/>
            <p:nvPr/>
          </p:nvSpPr>
          <p:spPr>
            <a:xfrm>
              <a:off x="7427880" y="150480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4" name="Freeform 67"/>
            <p:cNvSpPr/>
            <p:nvPr/>
          </p:nvSpPr>
          <p:spPr>
            <a:xfrm>
              <a:off x="7427880" y="145188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5" name="Freeform 68"/>
            <p:cNvSpPr/>
            <p:nvPr/>
          </p:nvSpPr>
          <p:spPr>
            <a:xfrm>
              <a:off x="7427880" y="139860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6" name="Freeform 69"/>
            <p:cNvSpPr/>
            <p:nvPr/>
          </p:nvSpPr>
          <p:spPr>
            <a:xfrm>
              <a:off x="7427880" y="134532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7" name="Freeform 70"/>
            <p:cNvSpPr/>
            <p:nvPr/>
          </p:nvSpPr>
          <p:spPr>
            <a:xfrm>
              <a:off x="7427880" y="129240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08" name="Freeform 71"/>
            <p:cNvSpPr/>
            <p:nvPr/>
          </p:nvSpPr>
          <p:spPr>
            <a:xfrm>
              <a:off x="7427880" y="128844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2 x billeder højre">
    <p:bg>
      <p:bgPr>
        <a:solidFill>
          <a:srgbClr val="FFFFFF"/>
        </a:solidFill>
        <a:effectLst/>
      </p:bgPr>
    </p:bg>
    <p:spTree>
      <p:nvGrpSpPr>
        <p:cNvPr id="1" name=""/>
        <p:cNvGrpSpPr/>
        <p:nvPr/>
      </p:nvGrpSpPr>
      <p:grpSpPr>
        <a:xfrm>
          <a:off x="0" y="0"/>
          <a:ext cx="0" cy="0"/>
          <a:chOff x="0" y="0"/>
          <a:chExt cx="0" cy="0"/>
        </a:xfrm>
      </p:grpSpPr>
      <p:grpSp>
        <p:nvGrpSpPr>
          <p:cNvPr id="309" name="Gruppe 57"/>
          <p:cNvGrpSpPr/>
          <p:nvPr/>
        </p:nvGrpSpPr>
        <p:grpSpPr>
          <a:xfrm>
            <a:off x="5466600" y="6027120"/>
            <a:ext cx="1271160" cy="667440"/>
            <a:chOff x="5466600" y="6027120"/>
            <a:chExt cx="1271160" cy="667440"/>
          </a:xfrm>
        </p:grpSpPr>
        <p:grpSp>
          <p:nvGrpSpPr>
            <p:cNvPr id="310" name="Gruppe 55"/>
            <p:cNvGrpSpPr/>
            <p:nvPr/>
          </p:nvGrpSpPr>
          <p:grpSpPr>
            <a:xfrm>
              <a:off x="5466600" y="6631920"/>
              <a:ext cx="1271160" cy="62640"/>
              <a:chOff x="5466600" y="6631920"/>
              <a:chExt cx="1271160" cy="62640"/>
            </a:xfrm>
          </p:grpSpPr>
          <p:sp>
            <p:nvSpPr>
              <p:cNvPr id="311"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312"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313"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314"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315"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316"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317"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318"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319"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320"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321"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322"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323"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324"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325"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326"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327"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328"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329" name="Gruppe 56"/>
            <p:cNvGrpSpPr/>
            <p:nvPr/>
          </p:nvGrpSpPr>
          <p:grpSpPr>
            <a:xfrm>
              <a:off x="5864400" y="6027120"/>
              <a:ext cx="412560" cy="438840"/>
              <a:chOff x="5864400" y="6027120"/>
              <a:chExt cx="412560" cy="438840"/>
            </a:xfrm>
          </p:grpSpPr>
          <p:sp>
            <p:nvSpPr>
              <p:cNvPr id="330"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31"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32"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333" name="Gruppe 80"/>
          <p:cNvGrpSpPr/>
          <p:nvPr/>
        </p:nvGrpSpPr>
        <p:grpSpPr>
          <a:xfrm>
            <a:off x="-3600" y="657360"/>
            <a:ext cx="403920" cy="1181160"/>
            <a:chOff x="-3600" y="657360"/>
            <a:chExt cx="403920" cy="1181160"/>
          </a:xfrm>
        </p:grpSpPr>
        <p:sp>
          <p:nvSpPr>
            <p:cNvPr id="334"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335"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336"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37"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38"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39"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0"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1"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2"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3"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4"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5"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6"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7"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8"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49"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50"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51"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52"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353" name="PlaceHolder 1"/>
          <p:cNvSpPr>
            <a:spLocks noGrp="1"/>
          </p:cNvSpPr>
          <p:nvPr>
            <p:ph type="sldNum" idx="4"/>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7BE03ADA-0E6C-40C5-8015-A4822BCE7E84}"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354" name="PlaceHolder 2"/>
          <p:cNvSpPr>
            <a:spLocks noGrp="1"/>
          </p:cNvSpPr>
          <p:nvPr>
            <p:ph type="pic" hasCustomPrompt="1"/>
          </p:nvPr>
        </p:nvSpPr>
        <p:spPr>
          <a:xfrm>
            <a:off x="7427880" y="3492360"/>
            <a:ext cx="4762800" cy="335880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355" name="PlaceHolder 3"/>
          <p:cNvSpPr>
            <a:spLocks noGrp="1"/>
          </p:cNvSpPr>
          <p:nvPr>
            <p:ph type="title" hasCustomPrompt="1"/>
          </p:nvPr>
        </p:nvSpPr>
        <p:spPr>
          <a:xfrm>
            <a:off x="587520" y="357840"/>
            <a:ext cx="4541400" cy="148536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sp>
        <p:nvSpPr>
          <p:cNvPr id="356" name="PlaceHolder 4"/>
          <p:cNvSpPr>
            <a:spLocks noGrp="1"/>
          </p:cNvSpPr>
          <p:nvPr>
            <p:ph type="body" hasCustomPrompt="1"/>
          </p:nvPr>
        </p:nvSpPr>
        <p:spPr>
          <a:xfrm>
            <a:off x="587520" y="2127240"/>
            <a:ext cx="4541400" cy="357408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p:txBody>
      </p:sp>
      <p:sp>
        <p:nvSpPr>
          <p:cNvPr id="357" name="PlaceHolder 5"/>
          <p:cNvSpPr>
            <a:spLocks noGrp="1"/>
          </p:cNvSpPr>
          <p:nvPr>
            <p:ph type="pic" hasCustomPrompt="1"/>
          </p:nvPr>
        </p:nvSpPr>
        <p:spPr>
          <a:xfrm>
            <a:off x="7427880" y="0"/>
            <a:ext cx="4762800" cy="335880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 x billede venstre">
    <p:bg>
      <p:bgPr>
        <a:solidFill>
          <a:srgbClr val="FFFFFF"/>
        </a:solidFill>
        <a:effectLst/>
      </p:bgPr>
    </p:bg>
    <p:spTree>
      <p:nvGrpSpPr>
        <p:cNvPr id="1" name=""/>
        <p:cNvGrpSpPr/>
        <p:nvPr/>
      </p:nvGrpSpPr>
      <p:grpSpPr>
        <a:xfrm>
          <a:off x="0" y="0"/>
          <a:ext cx="0" cy="0"/>
          <a:chOff x="0" y="0"/>
          <a:chExt cx="0" cy="0"/>
        </a:xfrm>
      </p:grpSpPr>
      <p:grpSp>
        <p:nvGrpSpPr>
          <p:cNvPr id="358" name="Gruppe 57" hidden="1"/>
          <p:cNvGrpSpPr/>
          <p:nvPr/>
        </p:nvGrpSpPr>
        <p:grpSpPr>
          <a:xfrm>
            <a:off x="5466600" y="6027120"/>
            <a:ext cx="1271160" cy="667440"/>
            <a:chOff x="5466600" y="6027120"/>
            <a:chExt cx="1271160" cy="667440"/>
          </a:xfrm>
        </p:grpSpPr>
        <p:grpSp>
          <p:nvGrpSpPr>
            <p:cNvPr id="359" name="Gruppe 55"/>
            <p:cNvGrpSpPr/>
            <p:nvPr/>
          </p:nvGrpSpPr>
          <p:grpSpPr>
            <a:xfrm>
              <a:off x="5466600" y="6631920"/>
              <a:ext cx="1271160" cy="62640"/>
              <a:chOff x="5466600" y="6631920"/>
              <a:chExt cx="1271160" cy="62640"/>
            </a:xfrm>
          </p:grpSpPr>
          <p:sp>
            <p:nvSpPr>
              <p:cNvPr id="360"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361"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362"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363"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364"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365"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366"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367"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368"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369"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370"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371"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372"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373"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374"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375"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376"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377"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378" name="Gruppe 56"/>
            <p:cNvGrpSpPr/>
            <p:nvPr/>
          </p:nvGrpSpPr>
          <p:grpSpPr>
            <a:xfrm>
              <a:off x="5864400" y="6027120"/>
              <a:ext cx="412560" cy="438840"/>
              <a:chOff x="5864400" y="6027120"/>
              <a:chExt cx="412560" cy="438840"/>
            </a:xfrm>
          </p:grpSpPr>
          <p:sp>
            <p:nvSpPr>
              <p:cNvPr id="379"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80"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81"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382" name="Gruppe 80" hidden="1"/>
          <p:cNvGrpSpPr/>
          <p:nvPr/>
        </p:nvGrpSpPr>
        <p:grpSpPr>
          <a:xfrm>
            <a:off x="-3600" y="657360"/>
            <a:ext cx="403920" cy="1181160"/>
            <a:chOff x="-3600" y="657360"/>
            <a:chExt cx="403920" cy="1181160"/>
          </a:xfrm>
        </p:grpSpPr>
        <p:sp>
          <p:nvSpPr>
            <p:cNvPr id="383"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384"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385"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86"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87"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88"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89"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0"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1"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2"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3"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4"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5"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6"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7"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8"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399"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00"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01"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402" name="PlaceHolder 1"/>
          <p:cNvSpPr>
            <a:spLocks noGrp="1"/>
          </p:cNvSpPr>
          <p:nvPr>
            <p:ph type="sldNum" idx="5"/>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accent1">
                    <a:alpha val="70000"/>
                  </a:schemeClr>
                </a:solidFill>
                <a:effectLst/>
                <a:uFillTx/>
                <a:latin typeface="Consolas"/>
                <a:ea typeface="Montserrat Medium"/>
              </a:defRPr>
            </a:lvl1pPr>
          </a:lstStyle>
          <a:p>
            <a:pPr indent="0" algn="r" defTabSz="914400">
              <a:lnSpc>
                <a:spcPct val="100000"/>
              </a:lnSpc>
              <a:buNone/>
              <a:tabLst>
                <a:tab pos="0" algn="l"/>
              </a:tabLst>
            </a:pPr>
            <a:fld id="{C27A4106-8B31-4DF8-8C38-23557AA48536}" type="slidenum">
              <a:rPr lang="en-US" sz="1000" b="1" u="none" strike="noStrike">
                <a:solidFill>
                  <a:schemeClr val="accent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grpSp>
        <p:nvGrpSpPr>
          <p:cNvPr id="403" name="Gruppe 28"/>
          <p:cNvGrpSpPr/>
          <p:nvPr/>
        </p:nvGrpSpPr>
        <p:grpSpPr>
          <a:xfrm>
            <a:off x="5466600" y="6027120"/>
            <a:ext cx="1271160" cy="667440"/>
            <a:chOff x="5466600" y="6027120"/>
            <a:chExt cx="1271160" cy="667440"/>
          </a:xfrm>
        </p:grpSpPr>
        <p:grpSp>
          <p:nvGrpSpPr>
            <p:cNvPr id="404" name="Gruppe 29"/>
            <p:cNvGrpSpPr/>
            <p:nvPr/>
          </p:nvGrpSpPr>
          <p:grpSpPr>
            <a:xfrm>
              <a:off x="5466600" y="6631920"/>
              <a:ext cx="1271160" cy="62640"/>
              <a:chOff x="5466600" y="6631920"/>
              <a:chExt cx="1271160" cy="62640"/>
            </a:xfrm>
          </p:grpSpPr>
          <p:sp>
            <p:nvSpPr>
              <p:cNvPr id="405"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406"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407"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408"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409"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410"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411"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412"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413"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414"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415"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416"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417"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418"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419"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420"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421"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422"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423" name="Gruppe 30"/>
            <p:cNvGrpSpPr/>
            <p:nvPr/>
          </p:nvGrpSpPr>
          <p:grpSpPr>
            <a:xfrm>
              <a:off x="5864400" y="6027120"/>
              <a:ext cx="412560" cy="438840"/>
              <a:chOff x="5864400" y="6027120"/>
              <a:chExt cx="412560" cy="438840"/>
            </a:xfrm>
          </p:grpSpPr>
          <p:sp>
            <p:nvSpPr>
              <p:cNvPr id="424"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25"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26"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427" name="Gruppe 53"/>
          <p:cNvGrpSpPr/>
          <p:nvPr/>
        </p:nvGrpSpPr>
        <p:grpSpPr>
          <a:xfrm>
            <a:off x="4733280" y="657360"/>
            <a:ext cx="403920" cy="1181160"/>
            <a:chOff x="4733280" y="657360"/>
            <a:chExt cx="403920" cy="1181160"/>
          </a:xfrm>
        </p:grpSpPr>
        <p:sp>
          <p:nvSpPr>
            <p:cNvPr id="428" name="Freeform 53"/>
            <p:cNvSpPr/>
            <p:nvPr/>
          </p:nvSpPr>
          <p:spPr>
            <a:xfrm>
              <a:off x="506520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429" name="Freeform 54"/>
            <p:cNvSpPr/>
            <p:nvPr/>
          </p:nvSpPr>
          <p:spPr>
            <a:xfrm>
              <a:off x="497340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430" name="Freeform 55"/>
            <p:cNvSpPr/>
            <p:nvPr/>
          </p:nvSpPr>
          <p:spPr>
            <a:xfrm>
              <a:off x="486144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1" name="Freeform 56"/>
            <p:cNvSpPr/>
            <p:nvPr/>
          </p:nvSpPr>
          <p:spPr>
            <a:xfrm>
              <a:off x="473328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2" name="Freeform 57"/>
            <p:cNvSpPr/>
            <p:nvPr/>
          </p:nvSpPr>
          <p:spPr>
            <a:xfrm>
              <a:off x="473328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3" name="Freeform 58"/>
            <p:cNvSpPr/>
            <p:nvPr/>
          </p:nvSpPr>
          <p:spPr>
            <a:xfrm>
              <a:off x="473328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4" name="Freeform 59"/>
            <p:cNvSpPr/>
            <p:nvPr/>
          </p:nvSpPr>
          <p:spPr>
            <a:xfrm>
              <a:off x="473328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5" name="Freeform 60"/>
            <p:cNvSpPr/>
            <p:nvPr/>
          </p:nvSpPr>
          <p:spPr>
            <a:xfrm>
              <a:off x="473328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6" name="Freeform 61"/>
            <p:cNvSpPr/>
            <p:nvPr/>
          </p:nvSpPr>
          <p:spPr>
            <a:xfrm>
              <a:off x="473328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7" name="Freeform 62"/>
            <p:cNvSpPr/>
            <p:nvPr/>
          </p:nvSpPr>
          <p:spPr>
            <a:xfrm>
              <a:off x="473328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8" name="Freeform 63"/>
            <p:cNvSpPr/>
            <p:nvPr/>
          </p:nvSpPr>
          <p:spPr>
            <a:xfrm>
              <a:off x="473328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39" name="Freeform 64"/>
            <p:cNvSpPr/>
            <p:nvPr/>
          </p:nvSpPr>
          <p:spPr>
            <a:xfrm>
              <a:off x="473328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0" name="Freeform 65"/>
            <p:cNvSpPr/>
            <p:nvPr/>
          </p:nvSpPr>
          <p:spPr>
            <a:xfrm>
              <a:off x="473328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1" name="Freeform 66"/>
            <p:cNvSpPr/>
            <p:nvPr/>
          </p:nvSpPr>
          <p:spPr>
            <a:xfrm>
              <a:off x="473328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2" name="Freeform 67"/>
            <p:cNvSpPr/>
            <p:nvPr/>
          </p:nvSpPr>
          <p:spPr>
            <a:xfrm>
              <a:off x="473328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3" name="Freeform 68"/>
            <p:cNvSpPr/>
            <p:nvPr/>
          </p:nvSpPr>
          <p:spPr>
            <a:xfrm>
              <a:off x="473328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4" name="Freeform 69"/>
            <p:cNvSpPr/>
            <p:nvPr/>
          </p:nvSpPr>
          <p:spPr>
            <a:xfrm>
              <a:off x="473328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5" name="Freeform 70"/>
            <p:cNvSpPr/>
            <p:nvPr/>
          </p:nvSpPr>
          <p:spPr>
            <a:xfrm>
              <a:off x="473328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46" name="Freeform 71"/>
            <p:cNvSpPr/>
            <p:nvPr/>
          </p:nvSpPr>
          <p:spPr>
            <a:xfrm>
              <a:off x="473328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447" name="PlaceHolder 2"/>
          <p:cNvSpPr>
            <a:spLocks noGrp="1"/>
          </p:cNvSpPr>
          <p:nvPr>
            <p:ph type="pic" hasCustomPrompt="1"/>
          </p:nvPr>
        </p:nvSpPr>
        <p:spPr>
          <a:xfrm>
            <a:off x="-19800" y="0"/>
            <a:ext cx="4751640" cy="685656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448" name="PlaceHolder 3"/>
          <p:cNvSpPr>
            <a:spLocks noGrp="1"/>
          </p:cNvSpPr>
          <p:nvPr>
            <p:ph type="title" hasCustomPrompt="1"/>
          </p:nvPr>
        </p:nvSpPr>
        <p:spPr>
          <a:xfrm>
            <a:off x="5324040" y="359280"/>
            <a:ext cx="4488840" cy="162000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sp>
        <p:nvSpPr>
          <p:cNvPr id="449" name="PlaceHolder 4"/>
          <p:cNvSpPr>
            <a:spLocks noGrp="1"/>
          </p:cNvSpPr>
          <p:nvPr>
            <p:ph type="body" hasCustomPrompt="1"/>
          </p:nvPr>
        </p:nvSpPr>
        <p:spPr>
          <a:xfrm>
            <a:off x="5324040" y="2143440"/>
            <a:ext cx="4488840" cy="375084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æsentation">
    <p:bg>
      <p:bgPr>
        <a:solidFill>
          <a:srgbClr val="FFFFFF"/>
        </a:solidFill>
        <a:effectLst/>
      </p:bgPr>
    </p:bg>
    <p:spTree>
      <p:nvGrpSpPr>
        <p:cNvPr id="1" name=""/>
        <p:cNvGrpSpPr/>
        <p:nvPr/>
      </p:nvGrpSpPr>
      <p:grpSpPr>
        <a:xfrm>
          <a:off x="0" y="0"/>
          <a:ext cx="0" cy="0"/>
          <a:chOff x="0" y="0"/>
          <a:chExt cx="0" cy="0"/>
        </a:xfrm>
      </p:grpSpPr>
      <p:grpSp>
        <p:nvGrpSpPr>
          <p:cNvPr id="450" name="Gruppe 57" hidden="1"/>
          <p:cNvGrpSpPr/>
          <p:nvPr/>
        </p:nvGrpSpPr>
        <p:grpSpPr>
          <a:xfrm>
            <a:off x="5466600" y="6027120"/>
            <a:ext cx="1271160" cy="667440"/>
            <a:chOff x="5466600" y="6027120"/>
            <a:chExt cx="1271160" cy="667440"/>
          </a:xfrm>
        </p:grpSpPr>
        <p:grpSp>
          <p:nvGrpSpPr>
            <p:cNvPr id="451" name="Gruppe 55"/>
            <p:cNvGrpSpPr/>
            <p:nvPr/>
          </p:nvGrpSpPr>
          <p:grpSpPr>
            <a:xfrm>
              <a:off x="5466600" y="6631920"/>
              <a:ext cx="1271160" cy="62640"/>
              <a:chOff x="5466600" y="6631920"/>
              <a:chExt cx="1271160" cy="62640"/>
            </a:xfrm>
          </p:grpSpPr>
          <p:sp>
            <p:nvSpPr>
              <p:cNvPr id="452"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453"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454"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455"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456"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457"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458"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459"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460"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461"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462"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463"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464"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465"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466"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467"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468"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469"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470" name="Gruppe 56"/>
            <p:cNvGrpSpPr/>
            <p:nvPr/>
          </p:nvGrpSpPr>
          <p:grpSpPr>
            <a:xfrm>
              <a:off x="5864400" y="6027120"/>
              <a:ext cx="412560" cy="438840"/>
              <a:chOff x="5864400" y="6027120"/>
              <a:chExt cx="412560" cy="438840"/>
            </a:xfrm>
          </p:grpSpPr>
          <p:sp>
            <p:nvSpPr>
              <p:cNvPr id="471"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72"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73"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474" name="Gruppe 80" hidden="1"/>
          <p:cNvGrpSpPr/>
          <p:nvPr/>
        </p:nvGrpSpPr>
        <p:grpSpPr>
          <a:xfrm>
            <a:off x="-3600" y="657360"/>
            <a:ext cx="403920" cy="1181160"/>
            <a:chOff x="-3600" y="657360"/>
            <a:chExt cx="403920" cy="1181160"/>
          </a:xfrm>
        </p:grpSpPr>
        <p:sp>
          <p:nvSpPr>
            <p:cNvPr id="475"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476"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477"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78"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79"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0"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1"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2"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3"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4"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5"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6"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7"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8"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89"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90"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91"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92"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493"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useBgFill="1">
        <p:nvSpPr>
          <p:cNvPr id="494" name="PlaceHolder 1"/>
          <p:cNvSpPr>
            <a:spLocks noGrp="1"/>
          </p:cNvSpPr>
          <p:nvPr>
            <p:ph type="pic" hasCustomPrompt="1"/>
          </p:nvPr>
        </p:nvSpPr>
        <p:spPr>
          <a:xfrm>
            <a:off x="0" y="0"/>
            <a:ext cx="12190680" cy="6856560"/>
          </a:xfrm>
          <a:prstGeom prst="rect">
            <a:avLst/>
          </a:prstGeom>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495" name="PlaceHolder 2"/>
          <p:cNvSpPr>
            <a:spLocks noGrp="1"/>
          </p:cNvSpPr>
          <p:nvPr>
            <p:ph type="title" hasCustomPrompt="1"/>
          </p:nvPr>
        </p:nvSpPr>
        <p:spPr>
          <a:xfrm>
            <a:off x="2441520" y="2676600"/>
            <a:ext cx="7339680" cy="1035000"/>
          </a:xfrm>
          <a:prstGeom prst="rect">
            <a:avLst/>
          </a:prstGeom>
          <a:solidFill>
            <a:schemeClr val="lt1"/>
          </a:solidFill>
          <a:ln w="0">
            <a:noFill/>
          </a:ln>
        </p:spPr>
        <p:txBody>
          <a:bodyPr lIns="0" tIns="108000" rIns="0" bIns="0" anchor="t">
            <a:noAutofit/>
          </a:bodyPr>
          <a:lstStyle>
            <a:lvl1pPr indent="0" algn="ctr" defTabSz="914400">
              <a:lnSpc>
                <a:spcPct val="100000"/>
              </a:lnSpc>
              <a:buNone/>
              <a:tabLst>
                <a:tab pos="0" algn="l"/>
              </a:tabLst>
              <a:defRPr lang="en-US" sz="2800" b="1" u="none" strike="noStrike" spc="300">
                <a:solidFill>
                  <a:schemeClr val="dk1"/>
                </a:solidFill>
                <a:effectLst/>
                <a:uFillTx/>
                <a:latin typeface="Consolas"/>
              </a:defRPr>
            </a:lvl1pPr>
          </a:lstStyle>
          <a:p>
            <a:pPr indent="0" algn="ctr" defTabSz="914400">
              <a:lnSpc>
                <a:spcPct val="100000"/>
              </a:lnSpc>
              <a:buNone/>
              <a:tabLst>
                <a:tab pos="0" algn="l"/>
              </a:tabLst>
            </a:pPr>
            <a:r>
              <a:rPr lang="en-US" sz="2800" b="1" u="none" strike="noStrike" spc="300">
                <a:solidFill>
                  <a:schemeClr val="dk1"/>
                </a:solidFill>
                <a:effectLst/>
                <a:uFillTx/>
                <a:latin typeface="Consolas"/>
              </a:rPr>
              <a:t>AALBORG UNIVERSITET</a:t>
            </a:r>
            <a:br>
              <a:rPr sz="2800"/>
            </a:br>
            <a:r>
              <a:rPr lang="en-US" sz="2800" b="1" u="none" strike="noStrike" spc="300">
                <a:solidFill>
                  <a:schemeClr val="dk1"/>
                </a:solidFill>
                <a:effectLst/>
                <a:uFillTx/>
                <a:latin typeface="Consolas"/>
              </a:rPr>
              <a:t>OVERSKRIFT</a:t>
            </a:r>
          </a:p>
        </p:txBody>
      </p:sp>
      <p:sp>
        <p:nvSpPr>
          <p:cNvPr id="496" name="PlaceHolder 3"/>
          <p:cNvSpPr>
            <a:spLocks noGrp="1"/>
          </p:cNvSpPr>
          <p:nvPr>
            <p:ph type="body" hasCustomPrompt="1"/>
          </p:nvPr>
        </p:nvSpPr>
        <p:spPr>
          <a:xfrm>
            <a:off x="2441520" y="3827520"/>
            <a:ext cx="7339680" cy="411480"/>
          </a:xfrm>
          <a:prstGeom prst="rect">
            <a:avLst/>
          </a:prstGeom>
          <a:solidFill>
            <a:schemeClr val="lt1"/>
          </a:solidFill>
          <a:ln w="0">
            <a:noFill/>
          </a:ln>
        </p:spPr>
        <p:txBody>
          <a:bodyPr lIns="0" tIns="45720" rIns="0" bIns="45720" anchor="t">
            <a:noAutofit/>
          </a:bodyPr>
          <a:lstStyle>
            <a:lvl1pPr indent="0" algn="ctr" defTabSz="914400">
              <a:lnSpc>
                <a:spcPct val="120000"/>
              </a:lnSpc>
              <a:spcBef>
                <a:spcPts val="1001"/>
              </a:spcBef>
              <a:buNone/>
              <a:tabLst>
                <a:tab pos="0" algn="l"/>
              </a:tabLst>
              <a:defRPr lang="da-DK" sz="1800" b="0" u="none" strike="noStrike" spc="300">
                <a:solidFill>
                  <a:schemeClr val="dk1"/>
                </a:solidFill>
                <a:effectLst/>
                <a:uFillTx/>
                <a:latin typeface="Consolas"/>
              </a:defRPr>
            </a:lvl1pPr>
          </a:lstStyle>
          <a:p>
            <a:pPr indent="0" algn="ctr" defTabSz="914400">
              <a:lnSpc>
                <a:spcPct val="120000"/>
              </a:lnSpc>
              <a:spcBef>
                <a:spcPts val="1001"/>
              </a:spcBef>
              <a:buNone/>
              <a:tabLst>
                <a:tab pos="0" algn="l"/>
              </a:tabLst>
            </a:pPr>
            <a:r>
              <a:rPr lang="da-DK" sz="1800" b="0" u="none" strike="noStrike" spc="300">
                <a:solidFill>
                  <a:schemeClr val="dk1"/>
                </a:solidFill>
                <a:effectLst/>
                <a:uFillTx/>
                <a:latin typeface="Consolas"/>
              </a:rPr>
              <a:t>AF NAVN NAVNESEN</a:t>
            </a:r>
          </a:p>
        </p:txBody>
      </p:sp>
      <p:grpSp>
        <p:nvGrpSpPr>
          <p:cNvPr id="497" name="Gruppe 9"/>
          <p:cNvGrpSpPr/>
          <p:nvPr/>
        </p:nvGrpSpPr>
        <p:grpSpPr>
          <a:xfrm>
            <a:off x="5466600" y="6027120"/>
            <a:ext cx="1271160" cy="667440"/>
            <a:chOff x="5466600" y="6027120"/>
            <a:chExt cx="1271160" cy="667440"/>
          </a:xfrm>
        </p:grpSpPr>
        <p:grpSp>
          <p:nvGrpSpPr>
            <p:cNvPr id="498" name="Gruppe 10"/>
            <p:cNvGrpSpPr/>
            <p:nvPr/>
          </p:nvGrpSpPr>
          <p:grpSpPr>
            <a:xfrm>
              <a:off x="5466600" y="6631920"/>
              <a:ext cx="1271160" cy="62640"/>
              <a:chOff x="5466600" y="6631920"/>
              <a:chExt cx="1271160" cy="62640"/>
            </a:xfrm>
          </p:grpSpPr>
          <p:sp>
            <p:nvSpPr>
              <p:cNvPr id="499"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500"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501"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02"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503"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504"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05"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06"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07"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08"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509"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510"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11"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512"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13"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514"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15"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16"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517" name="Gruppe 11"/>
            <p:cNvGrpSpPr/>
            <p:nvPr/>
          </p:nvGrpSpPr>
          <p:grpSpPr>
            <a:xfrm>
              <a:off x="5864400" y="6027120"/>
              <a:ext cx="412560" cy="438840"/>
              <a:chOff x="5864400" y="6027120"/>
              <a:chExt cx="412560" cy="438840"/>
            </a:xfrm>
          </p:grpSpPr>
          <p:sp>
            <p:nvSpPr>
              <p:cNvPr id="518"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19"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20"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sp>
        <p:nvSpPr>
          <p:cNvPr id="521" name="TextBox 1"/>
          <p:cNvSpPr/>
          <p:nvPr/>
        </p:nvSpPr>
        <p:spPr>
          <a:xfrm>
            <a:off x="2441520" y="4492080"/>
            <a:ext cx="7339680" cy="3679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da-DK" sz="1800" b="0" u="none" strike="noStrike">
                <a:solidFill>
                  <a:schemeClr val="dk1"/>
                </a:solidFill>
                <a:effectLst/>
                <a:uFillTx/>
                <a:latin typeface="Consolas"/>
              </a:rPr>
              <a:t>02-09-2024</a:t>
            </a:r>
            <a:endParaRPr lang="en-US" sz="1800" b="0" u="none" strike="noStrike">
              <a:solidFill>
                <a:srgbClr val="000000"/>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Pause">
    <p:bg>
      <p:bgPr>
        <a:solidFill>
          <a:srgbClr val="FFFFFF"/>
        </a:solidFill>
        <a:effectLst/>
      </p:bgPr>
    </p:bg>
    <p:spTree>
      <p:nvGrpSpPr>
        <p:cNvPr id="1" name=""/>
        <p:cNvGrpSpPr/>
        <p:nvPr/>
      </p:nvGrpSpPr>
      <p:grpSpPr>
        <a:xfrm>
          <a:off x="0" y="0"/>
          <a:ext cx="0" cy="0"/>
          <a:chOff x="0" y="0"/>
          <a:chExt cx="0" cy="0"/>
        </a:xfrm>
      </p:grpSpPr>
      <p:grpSp>
        <p:nvGrpSpPr>
          <p:cNvPr id="522" name="Gruppe 57" hidden="1"/>
          <p:cNvGrpSpPr/>
          <p:nvPr/>
        </p:nvGrpSpPr>
        <p:grpSpPr>
          <a:xfrm>
            <a:off x="5466600" y="6027120"/>
            <a:ext cx="1271160" cy="667440"/>
            <a:chOff x="5466600" y="6027120"/>
            <a:chExt cx="1271160" cy="667440"/>
          </a:xfrm>
        </p:grpSpPr>
        <p:grpSp>
          <p:nvGrpSpPr>
            <p:cNvPr id="523" name="Gruppe 55"/>
            <p:cNvGrpSpPr/>
            <p:nvPr/>
          </p:nvGrpSpPr>
          <p:grpSpPr>
            <a:xfrm>
              <a:off x="5466600" y="6631920"/>
              <a:ext cx="1271160" cy="62640"/>
              <a:chOff x="5466600" y="6631920"/>
              <a:chExt cx="1271160" cy="62640"/>
            </a:xfrm>
          </p:grpSpPr>
          <p:sp>
            <p:nvSpPr>
              <p:cNvPr id="524"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525"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526"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27"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528"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529"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30"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31"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32"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33"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534"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535"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36"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537"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38"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539"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40"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41"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542" name="Gruppe 56"/>
            <p:cNvGrpSpPr/>
            <p:nvPr/>
          </p:nvGrpSpPr>
          <p:grpSpPr>
            <a:xfrm>
              <a:off x="5864400" y="6027120"/>
              <a:ext cx="412560" cy="438840"/>
              <a:chOff x="5864400" y="6027120"/>
              <a:chExt cx="412560" cy="438840"/>
            </a:xfrm>
          </p:grpSpPr>
          <p:sp>
            <p:nvSpPr>
              <p:cNvPr id="543"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44"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45"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546" name="Gruppe 80" hidden="1"/>
          <p:cNvGrpSpPr/>
          <p:nvPr/>
        </p:nvGrpSpPr>
        <p:grpSpPr>
          <a:xfrm>
            <a:off x="-3600" y="657360"/>
            <a:ext cx="403920" cy="1181160"/>
            <a:chOff x="-3600" y="657360"/>
            <a:chExt cx="403920" cy="1181160"/>
          </a:xfrm>
        </p:grpSpPr>
        <p:sp>
          <p:nvSpPr>
            <p:cNvPr id="547"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548"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549"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0"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1"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2"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3"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4"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5"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6"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7"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8"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59"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60"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61"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62"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63"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64"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65"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566" name="PlaceHolder 1"/>
          <p:cNvSpPr>
            <a:spLocks noGrp="1"/>
          </p:cNvSpPr>
          <p:nvPr>
            <p:ph type="pic" hasCustomPrompt="1"/>
          </p:nvPr>
        </p:nvSpPr>
        <p:spPr>
          <a:xfrm>
            <a:off x="0" y="0"/>
            <a:ext cx="12190680" cy="685656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567" name="PlaceHolder 2"/>
          <p:cNvSpPr>
            <a:spLocks noGrp="1"/>
          </p:cNvSpPr>
          <p:nvPr>
            <p:ph type="title" hasCustomPrompt="1"/>
          </p:nvPr>
        </p:nvSpPr>
        <p:spPr>
          <a:xfrm>
            <a:off x="2441520" y="2676600"/>
            <a:ext cx="7339680" cy="1035000"/>
          </a:xfrm>
          <a:prstGeom prst="rect">
            <a:avLst/>
          </a:prstGeom>
          <a:solidFill>
            <a:schemeClr val="lt1"/>
          </a:solidFill>
          <a:ln w="0">
            <a:noFill/>
          </a:ln>
        </p:spPr>
        <p:txBody>
          <a:bodyPr lIns="0" tIns="108000" rIns="0" bIns="0" anchor="t">
            <a:noAutofit/>
          </a:bodyPr>
          <a:lstStyle>
            <a:lvl1pPr indent="0" algn="ctr" defTabSz="914400">
              <a:lnSpc>
                <a:spcPct val="100000"/>
              </a:lnSpc>
              <a:buNone/>
              <a:tabLst>
                <a:tab pos="0" algn="l"/>
              </a:tabLst>
              <a:defRPr lang="en-US" sz="2800" b="1" u="none" strike="noStrike" spc="300">
                <a:solidFill>
                  <a:schemeClr val="dk1"/>
                </a:solidFill>
                <a:effectLst/>
                <a:uFillTx/>
                <a:latin typeface="Consolas"/>
              </a:defRPr>
            </a:lvl1pPr>
          </a:lstStyle>
          <a:p>
            <a:pPr indent="0" algn="ctr" defTabSz="914400">
              <a:lnSpc>
                <a:spcPct val="100000"/>
              </a:lnSpc>
              <a:buNone/>
              <a:tabLst>
                <a:tab pos="0" algn="l"/>
              </a:tabLst>
            </a:pPr>
            <a:r>
              <a:rPr lang="en-US" sz="2800" b="1" u="none" strike="noStrike" spc="300">
                <a:solidFill>
                  <a:schemeClr val="dk1"/>
                </a:solidFill>
                <a:effectLst/>
                <a:uFillTx/>
                <a:latin typeface="Consolas"/>
              </a:rPr>
              <a:t>PAUSE</a:t>
            </a:r>
            <a:br>
              <a:rPr sz="2800"/>
            </a:br>
            <a:r>
              <a:rPr lang="en-US" sz="2800" b="1" u="none" strike="noStrike" spc="300">
                <a:solidFill>
                  <a:schemeClr val="dk1"/>
                </a:solidFill>
                <a:effectLst/>
                <a:uFillTx/>
                <a:latin typeface="Consolas"/>
              </a:rPr>
              <a:t>OVERSKRIFT</a:t>
            </a:r>
          </a:p>
        </p:txBody>
      </p:sp>
      <p:grpSp>
        <p:nvGrpSpPr>
          <p:cNvPr id="568" name="Gruppe 9"/>
          <p:cNvGrpSpPr/>
          <p:nvPr/>
        </p:nvGrpSpPr>
        <p:grpSpPr>
          <a:xfrm>
            <a:off x="5466600" y="6027120"/>
            <a:ext cx="1271160" cy="667440"/>
            <a:chOff x="5466600" y="6027120"/>
            <a:chExt cx="1271160" cy="667440"/>
          </a:xfrm>
        </p:grpSpPr>
        <p:grpSp>
          <p:nvGrpSpPr>
            <p:cNvPr id="569" name="Gruppe 10"/>
            <p:cNvGrpSpPr/>
            <p:nvPr/>
          </p:nvGrpSpPr>
          <p:grpSpPr>
            <a:xfrm>
              <a:off x="5466600" y="6631920"/>
              <a:ext cx="1271160" cy="62640"/>
              <a:chOff x="5466600" y="6631920"/>
              <a:chExt cx="1271160" cy="62640"/>
            </a:xfrm>
          </p:grpSpPr>
          <p:sp>
            <p:nvSpPr>
              <p:cNvPr id="570"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571"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572"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73"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574"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575"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76"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77"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78"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79"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580"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581"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82"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583"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584"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585"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586"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87"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588" name="Gruppe 11"/>
            <p:cNvGrpSpPr/>
            <p:nvPr/>
          </p:nvGrpSpPr>
          <p:grpSpPr>
            <a:xfrm>
              <a:off x="5864400" y="6027120"/>
              <a:ext cx="412560" cy="438840"/>
              <a:chOff x="5864400" y="6027120"/>
              <a:chExt cx="412560" cy="438840"/>
            </a:xfrm>
          </p:grpSpPr>
          <p:sp>
            <p:nvSpPr>
              <p:cNvPr id="589"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90"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591"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m. bullets">
    <p:bg>
      <p:bgPr>
        <a:solidFill>
          <a:srgbClr val="FFFFFF"/>
        </a:solidFill>
        <a:effectLst/>
      </p:bgPr>
    </p:bg>
    <p:spTree>
      <p:nvGrpSpPr>
        <p:cNvPr id="1" name=""/>
        <p:cNvGrpSpPr/>
        <p:nvPr/>
      </p:nvGrpSpPr>
      <p:grpSpPr>
        <a:xfrm>
          <a:off x="0" y="0"/>
          <a:ext cx="0" cy="0"/>
          <a:chOff x="0" y="0"/>
          <a:chExt cx="0" cy="0"/>
        </a:xfrm>
      </p:grpSpPr>
      <p:grpSp>
        <p:nvGrpSpPr>
          <p:cNvPr id="592" name="Gruppe 57"/>
          <p:cNvGrpSpPr/>
          <p:nvPr/>
        </p:nvGrpSpPr>
        <p:grpSpPr>
          <a:xfrm>
            <a:off x="5466600" y="6027120"/>
            <a:ext cx="1271160" cy="667440"/>
            <a:chOff x="5466600" y="6027120"/>
            <a:chExt cx="1271160" cy="667440"/>
          </a:xfrm>
        </p:grpSpPr>
        <p:grpSp>
          <p:nvGrpSpPr>
            <p:cNvPr id="593" name="Gruppe 55"/>
            <p:cNvGrpSpPr/>
            <p:nvPr/>
          </p:nvGrpSpPr>
          <p:grpSpPr>
            <a:xfrm>
              <a:off x="5466600" y="6631920"/>
              <a:ext cx="1271160" cy="62640"/>
              <a:chOff x="5466600" y="6631920"/>
              <a:chExt cx="1271160" cy="62640"/>
            </a:xfrm>
          </p:grpSpPr>
          <p:sp>
            <p:nvSpPr>
              <p:cNvPr id="594"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595"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596"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597"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598"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599"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600"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601"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602"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603"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604"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605"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606"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607"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608"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609"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610"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611"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612" name="Gruppe 56"/>
            <p:cNvGrpSpPr/>
            <p:nvPr/>
          </p:nvGrpSpPr>
          <p:grpSpPr>
            <a:xfrm>
              <a:off x="5864400" y="6027120"/>
              <a:ext cx="412560" cy="438840"/>
              <a:chOff x="5864400" y="6027120"/>
              <a:chExt cx="412560" cy="438840"/>
            </a:xfrm>
          </p:grpSpPr>
          <p:sp>
            <p:nvSpPr>
              <p:cNvPr id="613"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14"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15"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616" name="Gruppe 80"/>
          <p:cNvGrpSpPr/>
          <p:nvPr/>
        </p:nvGrpSpPr>
        <p:grpSpPr>
          <a:xfrm>
            <a:off x="-3600" y="657360"/>
            <a:ext cx="403920" cy="1181160"/>
            <a:chOff x="-3600" y="657360"/>
            <a:chExt cx="403920" cy="1181160"/>
          </a:xfrm>
        </p:grpSpPr>
        <p:sp>
          <p:nvSpPr>
            <p:cNvPr id="617"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618"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619"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0"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1"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2"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3"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4"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5"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6"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7"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8"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29"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30"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31"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32"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33"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34"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35"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636" name="PlaceHolder 1"/>
          <p:cNvSpPr>
            <a:spLocks noGrp="1"/>
          </p:cNvSpPr>
          <p:nvPr>
            <p:ph type="sldNum" idx="6"/>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FCB426E8-243D-4426-8F6E-26A6E7F7C6D0}"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637" name="PlaceHolder 2"/>
          <p:cNvSpPr>
            <a:spLocks noGrp="1"/>
          </p:cNvSpPr>
          <p:nvPr>
            <p:ph type="title" hasCustomPrompt="1"/>
          </p:nvPr>
        </p:nvSpPr>
        <p:spPr>
          <a:xfrm>
            <a:off x="587520" y="370440"/>
            <a:ext cx="5148360" cy="147312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sp>
        <p:nvSpPr>
          <p:cNvPr id="638" name="PlaceHolder 3"/>
          <p:cNvSpPr>
            <a:spLocks noGrp="1"/>
          </p:cNvSpPr>
          <p:nvPr>
            <p:ph type="body" hasCustomPrompt="1"/>
          </p:nvPr>
        </p:nvSpPr>
        <p:spPr>
          <a:xfrm>
            <a:off x="587520" y="2065320"/>
            <a:ext cx="10618560" cy="370296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dk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Indsæt bullets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Web + bullets">
    <p:bg>
      <p:bgPr>
        <a:solidFill>
          <a:srgbClr val="FFFFFF"/>
        </a:solidFill>
        <a:effectLst/>
      </p:bgPr>
    </p:bg>
    <p:spTree>
      <p:nvGrpSpPr>
        <p:cNvPr id="1" name=""/>
        <p:cNvGrpSpPr/>
        <p:nvPr/>
      </p:nvGrpSpPr>
      <p:grpSpPr>
        <a:xfrm>
          <a:off x="0" y="0"/>
          <a:ext cx="0" cy="0"/>
          <a:chOff x="0" y="0"/>
          <a:chExt cx="0" cy="0"/>
        </a:xfrm>
      </p:grpSpPr>
      <p:grpSp>
        <p:nvGrpSpPr>
          <p:cNvPr id="639" name="Gruppe 57"/>
          <p:cNvGrpSpPr/>
          <p:nvPr/>
        </p:nvGrpSpPr>
        <p:grpSpPr>
          <a:xfrm>
            <a:off x="5466600" y="6027120"/>
            <a:ext cx="1271160" cy="667440"/>
            <a:chOff x="5466600" y="6027120"/>
            <a:chExt cx="1271160" cy="667440"/>
          </a:xfrm>
        </p:grpSpPr>
        <p:grpSp>
          <p:nvGrpSpPr>
            <p:cNvPr id="640" name="Gruppe 55"/>
            <p:cNvGrpSpPr/>
            <p:nvPr/>
          </p:nvGrpSpPr>
          <p:grpSpPr>
            <a:xfrm>
              <a:off x="5466600" y="6631920"/>
              <a:ext cx="1271160" cy="62640"/>
              <a:chOff x="5466600" y="6631920"/>
              <a:chExt cx="1271160" cy="62640"/>
            </a:xfrm>
          </p:grpSpPr>
          <p:sp>
            <p:nvSpPr>
              <p:cNvPr id="641"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642"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643"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644"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645"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646"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647"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648"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649"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650"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651"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652"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653"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654"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655"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656"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657"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658"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659" name="Gruppe 56"/>
            <p:cNvGrpSpPr/>
            <p:nvPr/>
          </p:nvGrpSpPr>
          <p:grpSpPr>
            <a:xfrm>
              <a:off x="5864400" y="6027120"/>
              <a:ext cx="412560" cy="438840"/>
              <a:chOff x="5864400" y="6027120"/>
              <a:chExt cx="412560" cy="438840"/>
            </a:xfrm>
          </p:grpSpPr>
          <p:sp>
            <p:nvSpPr>
              <p:cNvPr id="660"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61"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62"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663" name="Gruppe 80"/>
          <p:cNvGrpSpPr/>
          <p:nvPr/>
        </p:nvGrpSpPr>
        <p:grpSpPr>
          <a:xfrm>
            <a:off x="-3600" y="657360"/>
            <a:ext cx="403920" cy="1181160"/>
            <a:chOff x="-3600" y="657360"/>
            <a:chExt cx="403920" cy="1181160"/>
          </a:xfrm>
        </p:grpSpPr>
        <p:sp>
          <p:nvSpPr>
            <p:cNvPr id="664"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665"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666"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67"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68"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69"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0"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1"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2"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3"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4"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5"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6"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7"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8"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79"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80"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81"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82"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683" name="PlaceHolder 1"/>
          <p:cNvSpPr>
            <a:spLocks noGrp="1"/>
          </p:cNvSpPr>
          <p:nvPr>
            <p:ph type="sldNum" idx="7"/>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B9A7999E-220E-41A0-8E94-07985BDB0312}"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grpSp>
        <p:nvGrpSpPr>
          <p:cNvPr id="684" name="Gruppe 29"/>
          <p:cNvGrpSpPr/>
          <p:nvPr/>
        </p:nvGrpSpPr>
        <p:grpSpPr>
          <a:xfrm>
            <a:off x="0" y="657360"/>
            <a:ext cx="403920" cy="1181160"/>
            <a:chOff x="0" y="657360"/>
            <a:chExt cx="403920" cy="1181160"/>
          </a:xfrm>
        </p:grpSpPr>
        <p:sp>
          <p:nvSpPr>
            <p:cNvPr id="685" name="Freeform 53"/>
            <p:cNvSpPr/>
            <p:nvPr/>
          </p:nvSpPr>
          <p:spPr>
            <a:xfrm>
              <a:off x="3319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686" name="Freeform 54"/>
            <p:cNvSpPr/>
            <p:nvPr/>
          </p:nvSpPr>
          <p:spPr>
            <a:xfrm>
              <a:off x="2401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687" name="Freeform 55"/>
            <p:cNvSpPr/>
            <p:nvPr/>
          </p:nvSpPr>
          <p:spPr>
            <a:xfrm>
              <a:off x="12816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88" name="Freeform 56"/>
            <p:cNvSpPr/>
            <p:nvPr/>
          </p:nvSpPr>
          <p:spPr>
            <a:xfrm>
              <a:off x="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89" name="Freeform 57"/>
            <p:cNvSpPr/>
            <p:nvPr/>
          </p:nvSpPr>
          <p:spPr>
            <a:xfrm>
              <a:off x="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0" name="Freeform 58"/>
            <p:cNvSpPr/>
            <p:nvPr/>
          </p:nvSpPr>
          <p:spPr>
            <a:xfrm>
              <a:off x="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1" name="Freeform 59"/>
            <p:cNvSpPr/>
            <p:nvPr/>
          </p:nvSpPr>
          <p:spPr>
            <a:xfrm>
              <a:off x="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2" name="Freeform 60"/>
            <p:cNvSpPr/>
            <p:nvPr/>
          </p:nvSpPr>
          <p:spPr>
            <a:xfrm>
              <a:off x="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3" name="Freeform 61"/>
            <p:cNvSpPr/>
            <p:nvPr/>
          </p:nvSpPr>
          <p:spPr>
            <a:xfrm>
              <a:off x="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4" name="Freeform 62"/>
            <p:cNvSpPr/>
            <p:nvPr/>
          </p:nvSpPr>
          <p:spPr>
            <a:xfrm>
              <a:off x="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5" name="Freeform 63"/>
            <p:cNvSpPr/>
            <p:nvPr/>
          </p:nvSpPr>
          <p:spPr>
            <a:xfrm>
              <a:off x="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6" name="Freeform 64"/>
            <p:cNvSpPr/>
            <p:nvPr/>
          </p:nvSpPr>
          <p:spPr>
            <a:xfrm>
              <a:off x="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7" name="Freeform 65"/>
            <p:cNvSpPr/>
            <p:nvPr/>
          </p:nvSpPr>
          <p:spPr>
            <a:xfrm>
              <a:off x="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8" name="Freeform 66"/>
            <p:cNvSpPr/>
            <p:nvPr/>
          </p:nvSpPr>
          <p:spPr>
            <a:xfrm>
              <a:off x="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699" name="Freeform 67"/>
            <p:cNvSpPr/>
            <p:nvPr/>
          </p:nvSpPr>
          <p:spPr>
            <a:xfrm>
              <a:off x="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00" name="Freeform 68"/>
            <p:cNvSpPr/>
            <p:nvPr/>
          </p:nvSpPr>
          <p:spPr>
            <a:xfrm>
              <a:off x="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01" name="Freeform 69"/>
            <p:cNvSpPr/>
            <p:nvPr/>
          </p:nvSpPr>
          <p:spPr>
            <a:xfrm>
              <a:off x="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02" name="Freeform 70"/>
            <p:cNvSpPr/>
            <p:nvPr/>
          </p:nvSpPr>
          <p:spPr>
            <a:xfrm>
              <a:off x="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03" name="Freeform 71"/>
            <p:cNvSpPr/>
            <p:nvPr/>
          </p:nvSpPr>
          <p:spPr>
            <a:xfrm>
              <a:off x="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704" name="PlaceHolder 2"/>
          <p:cNvSpPr>
            <a:spLocks noGrp="1"/>
          </p:cNvSpPr>
          <p:nvPr>
            <p:ph type="title" hasCustomPrompt="1"/>
          </p:nvPr>
        </p:nvSpPr>
        <p:spPr>
          <a:xfrm>
            <a:off x="587520" y="370800"/>
            <a:ext cx="4515120" cy="147240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pic>
        <p:nvPicPr>
          <p:cNvPr id="705" name="Billede 26"/>
          <p:cNvPicPr/>
          <p:nvPr/>
        </p:nvPicPr>
        <p:blipFill>
          <a:blip r:embed="rId2"/>
          <a:stretch/>
        </p:blipFill>
        <p:spPr>
          <a:xfrm>
            <a:off x="5670720" y="820440"/>
            <a:ext cx="6941880" cy="5824080"/>
          </a:xfrm>
          <a:prstGeom prst="rect">
            <a:avLst/>
          </a:prstGeom>
          <a:noFill/>
          <a:ln w="0">
            <a:noFill/>
          </a:ln>
        </p:spPr>
      </p:pic>
      <p:sp>
        <p:nvSpPr>
          <p:cNvPr id="706" name="PlaceHolder 3"/>
          <p:cNvSpPr>
            <a:spLocks noGrp="1"/>
          </p:cNvSpPr>
          <p:nvPr>
            <p:ph type="pic" hasCustomPrompt="1"/>
          </p:nvPr>
        </p:nvSpPr>
        <p:spPr>
          <a:xfrm>
            <a:off x="5953680" y="1240560"/>
            <a:ext cx="6236640" cy="350172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707" name="PlaceHolder 4"/>
          <p:cNvSpPr>
            <a:spLocks noGrp="1"/>
          </p:cNvSpPr>
          <p:nvPr>
            <p:ph type="body" hasCustomPrompt="1"/>
          </p:nvPr>
        </p:nvSpPr>
        <p:spPr>
          <a:xfrm>
            <a:off x="587520" y="2065320"/>
            <a:ext cx="4515120" cy="324180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3"/>
              </a:buBlip>
              <a:defRPr lang="da-DK" sz="1600" b="0" u="none" strike="noStrike">
                <a:solidFill>
                  <a:schemeClr val="dk1"/>
                </a:solidFill>
                <a:effectLst/>
                <a:uFillTx/>
                <a:latin typeface="Consolas"/>
              </a:defRPr>
            </a:lvl1pPr>
          </a:lstStyle>
          <a:p>
            <a:pPr marL="285840" indent="-285840" algn="l" defTabSz="914400">
              <a:lnSpc>
                <a:spcPct val="120000"/>
              </a:lnSpc>
              <a:spcBef>
                <a:spcPts val="1001"/>
              </a:spcBef>
              <a:buSzPct val="100051"/>
              <a:buBlip>
                <a:blip r:embed="rId3"/>
              </a:buBlip>
            </a:pPr>
            <a:r>
              <a:rPr lang="da-DK" sz="1600" b="0" u="none" strike="noStrike">
                <a:solidFill>
                  <a:schemeClr val="dk1"/>
                </a:solidFill>
                <a:effectLst/>
                <a:uFillTx/>
                <a:latin typeface="Consolas"/>
              </a:rPr>
              <a:t>Indsæt bullets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Diagram - højre">
    <p:bg>
      <p:bgPr>
        <a:solidFill>
          <a:srgbClr val="FFFFFF"/>
        </a:solidFill>
        <a:effectLst/>
      </p:bgPr>
    </p:bg>
    <p:spTree>
      <p:nvGrpSpPr>
        <p:cNvPr id="1" name=""/>
        <p:cNvGrpSpPr/>
        <p:nvPr/>
      </p:nvGrpSpPr>
      <p:grpSpPr>
        <a:xfrm>
          <a:off x="0" y="0"/>
          <a:ext cx="0" cy="0"/>
          <a:chOff x="0" y="0"/>
          <a:chExt cx="0" cy="0"/>
        </a:xfrm>
      </p:grpSpPr>
      <p:grpSp>
        <p:nvGrpSpPr>
          <p:cNvPr id="708" name="Gruppe 57"/>
          <p:cNvGrpSpPr/>
          <p:nvPr/>
        </p:nvGrpSpPr>
        <p:grpSpPr>
          <a:xfrm>
            <a:off x="5466600" y="6027120"/>
            <a:ext cx="1271160" cy="667440"/>
            <a:chOff x="5466600" y="6027120"/>
            <a:chExt cx="1271160" cy="667440"/>
          </a:xfrm>
        </p:grpSpPr>
        <p:grpSp>
          <p:nvGrpSpPr>
            <p:cNvPr id="709" name="Gruppe 55"/>
            <p:cNvGrpSpPr/>
            <p:nvPr/>
          </p:nvGrpSpPr>
          <p:grpSpPr>
            <a:xfrm>
              <a:off x="5466600" y="6631920"/>
              <a:ext cx="1271160" cy="62640"/>
              <a:chOff x="5466600" y="6631920"/>
              <a:chExt cx="1271160" cy="62640"/>
            </a:xfrm>
          </p:grpSpPr>
          <p:sp>
            <p:nvSpPr>
              <p:cNvPr id="710"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711"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712"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13"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714"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715"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16"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17"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18"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19"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720"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721"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22"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723"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24"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725"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26"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27"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728" name="Gruppe 56"/>
            <p:cNvGrpSpPr/>
            <p:nvPr/>
          </p:nvGrpSpPr>
          <p:grpSpPr>
            <a:xfrm>
              <a:off x="5864400" y="6027120"/>
              <a:ext cx="412560" cy="438840"/>
              <a:chOff x="5864400" y="6027120"/>
              <a:chExt cx="412560" cy="438840"/>
            </a:xfrm>
          </p:grpSpPr>
          <p:sp>
            <p:nvSpPr>
              <p:cNvPr id="729"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0"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1"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732" name="Gruppe 80"/>
          <p:cNvGrpSpPr/>
          <p:nvPr/>
        </p:nvGrpSpPr>
        <p:grpSpPr>
          <a:xfrm>
            <a:off x="-3600" y="657360"/>
            <a:ext cx="403920" cy="1181160"/>
            <a:chOff x="-3600" y="657360"/>
            <a:chExt cx="403920" cy="1181160"/>
          </a:xfrm>
        </p:grpSpPr>
        <p:sp>
          <p:nvSpPr>
            <p:cNvPr id="733"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734"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735"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6"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7"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8"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9"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0"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1"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2"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3"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4"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5"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6"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7"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8"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9"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50"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51"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752" name="PlaceHolder 1"/>
          <p:cNvSpPr>
            <a:spLocks noGrp="1"/>
          </p:cNvSpPr>
          <p:nvPr>
            <p:ph type="title" hasCustomPrompt="1"/>
          </p:nvPr>
        </p:nvSpPr>
        <p:spPr>
          <a:xfrm>
            <a:off x="587520" y="367560"/>
            <a:ext cx="4885560" cy="162000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sp>
        <p:nvSpPr>
          <p:cNvPr id="753" name="PlaceHolder 2"/>
          <p:cNvSpPr>
            <a:spLocks noGrp="1"/>
          </p:cNvSpPr>
          <p:nvPr>
            <p:ph type="body"/>
          </p:nvPr>
        </p:nvSpPr>
        <p:spPr>
          <a:xfrm>
            <a:off x="6095880" y="2262600"/>
            <a:ext cx="5523120" cy="35712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da-DK" sz="1800" b="0" u="none" strike="noStrike">
                <a:solidFill>
                  <a:schemeClr val="dk1"/>
                </a:solidFill>
                <a:effectLst/>
                <a:uFillTx/>
                <a:latin typeface="Consolas"/>
              </a:defRPr>
            </a:lvl1pPr>
          </a:lstStyle>
          <a:p>
            <a:pPr indent="0" algn="l" defTabSz="914400">
              <a:lnSpc>
                <a:spcPct val="100000"/>
              </a:lnSpc>
              <a:buNone/>
              <a:tabLst>
                <a:tab pos="0" algn="l"/>
              </a:tabLst>
            </a:pPr>
            <a:r>
              <a:rPr lang="da-DK" sz="1800" b="0" u="none" strike="noStrike">
                <a:solidFill>
                  <a:schemeClr val="dk1"/>
                </a:solidFill>
                <a:effectLst/>
                <a:uFillTx/>
                <a:latin typeface="Consolas"/>
              </a:rPr>
              <a:t>Klik på ikonet for at tilføje et diagram</a:t>
            </a:r>
          </a:p>
        </p:txBody>
      </p:sp>
      <p:sp>
        <p:nvSpPr>
          <p:cNvPr id="754" name="PlaceHolder 3"/>
          <p:cNvSpPr>
            <a:spLocks noGrp="1"/>
          </p:cNvSpPr>
          <p:nvPr>
            <p:ph type="body" hasCustomPrompt="1"/>
          </p:nvPr>
        </p:nvSpPr>
        <p:spPr>
          <a:xfrm>
            <a:off x="587520" y="2262600"/>
            <a:ext cx="4885560" cy="3571200"/>
          </a:xfrm>
          <a:prstGeom prst="rect">
            <a:avLst/>
          </a:prstGeom>
          <a:noFill/>
          <a:ln w="0">
            <a:noFill/>
          </a:ln>
        </p:spPr>
        <p:txBody>
          <a:bodyPr lIns="0" tIns="45720" rIns="0" bIns="45720" anchor="t">
            <a:normAutofit/>
          </a:bodyPr>
          <a:lstStyle>
            <a:lvl1pPr lvl="1" algn="l" defTabSz="914400">
              <a:lnSpc>
                <a:spcPct val="120000"/>
              </a:lnSpc>
              <a:spcBef>
                <a:spcPts val="499"/>
              </a:spcBef>
              <a:buSzPct val="100051"/>
              <a:buBlip>
                <a:blip r:embed="rId2"/>
              </a:buBlip>
              <a:tabLst>
                <a:tab pos="898560" algn="l"/>
              </a:tabLst>
              <a:defRPr lang="da-DK" sz="1600" b="0" u="none" strike="noStrike">
                <a:solidFill>
                  <a:schemeClr val="dk1"/>
                </a:solidFill>
                <a:effectLst/>
                <a:uFillTx/>
                <a:latin typeface="Consolas"/>
              </a:defRPr>
            </a:lvl1pPr>
          </a:lstStyle>
          <a:p>
            <a:pPr marL="285840" lvl="1" indent="-285840" algn="l" defTabSz="914400">
              <a:lnSpc>
                <a:spcPct val="120000"/>
              </a:lnSpc>
              <a:spcBef>
                <a:spcPts val="499"/>
              </a:spcBef>
              <a:buSzPct val="100051"/>
              <a:buBlip>
                <a:blip r:embed="rId2"/>
              </a:buBlip>
              <a:tabLst>
                <a:tab pos="898560" algn="l"/>
              </a:tabLst>
            </a:pPr>
            <a:r>
              <a:rPr lang="da-DK" sz="1600" b="0" u="none" strike="noStrike">
                <a:solidFill>
                  <a:schemeClr val="dk1"/>
                </a:solidFill>
                <a:effectLst/>
                <a:uFillTx/>
                <a:latin typeface="Consolas"/>
              </a:rPr>
              <a:t>Indsæt bullets</a:t>
            </a:r>
          </a:p>
        </p:txBody>
      </p:sp>
      <p:sp>
        <p:nvSpPr>
          <p:cNvPr id="755" name="PlaceHolder 4"/>
          <p:cNvSpPr>
            <a:spLocks noGrp="1"/>
          </p:cNvSpPr>
          <p:nvPr>
            <p:ph type="sldNum" idx="8"/>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AECD33F0-541F-4682-97AB-7D82BD5DEB23}"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Diagram - højre">
    <p:bg>
      <p:bgPr>
        <a:solidFill>
          <a:srgbClr val="FFFFFF"/>
        </a:solidFill>
        <a:effectLst/>
      </p:bgPr>
    </p:bg>
    <p:spTree>
      <p:nvGrpSpPr>
        <p:cNvPr id="1" name=""/>
        <p:cNvGrpSpPr/>
        <p:nvPr/>
      </p:nvGrpSpPr>
      <p:grpSpPr>
        <a:xfrm>
          <a:off x="0" y="0"/>
          <a:ext cx="0" cy="0"/>
          <a:chOff x="0" y="0"/>
          <a:chExt cx="0" cy="0"/>
        </a:xfrm>
      </p:grpSpPr>
      <p:grpSp>
        <p:nvGrpSpPr>
          <p:cNvPr id="708" name="Gruppe 57"/>
          <p:cNvGrpSpPr/>
          <p:nvPr/>
        </p:nvGrpSpPr>
        <p:grpSpPr>
          <a:xfrm>
            <a:off x="5466600" y="6027120"/>
            <a:ext cx="1271160" cy="667440"/>
            <a:chOff x="5466600" y="6027120"/>
            <a:chExt cx="1271160" cy="667440"/>
          </a:xfrm>
        </p:grpSpPr>
        <p:grpSp>
          <p:nvGrpSpPr>
            <p:cNvPr id="709" name="Gruppe 55"/>
            <p:cNvGrpSpPr/>
            <p:nvPr/>
          </p:nvGrpSpPr>
          <p:grpSpPr>
            <a:xfrm>
              <a:off x="5466600" y="6631920"/>
              <a:ext cx="1271160" cy="62640"/>
              <a:chOff x="5466600" y="6631920"/>
              <a:chExt cx="1271160" cy="62640"/>
            </a:xfrm>
          </p:grpSpPr>
          <p:sp>
            <p:nvSpPr>
              <p:cNvPr id="710"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711"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712"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13"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714"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715"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16"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17"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18"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19"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720"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721"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22"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723"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24"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725"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26"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27"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728" name="Gruppe 56"/>
            <p:cNvGrpSpPr/>
            <p:nvPr/>
          </p:nvGrpSpPr>
          <p:grpSpPr>
            <a:xfrm>
              <a:off x="5864400" y="6027120"/>
              <a:ext cx="412560" cy="438840"/>
              <a:chOff x="5864400" y="6027120"/>
              <a:chExt cx="412560" cy="438840"/>
            </a:xfrm>
          </p:grpSpPr>
          <p:sp>
            <p:nvSpPr>
              <p:cNvPr id="729"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0"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1"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732" name="Gruppe 80"/>
          <p:cNvGrpSpPr/>
          <p:nvPr/>
        </p:nvGrpSpPr>
        <p:grpSpPr>
          <a:xfrm>
            <a:off x="-3600" y="657360"/>
            <a:ext cx="403920" cy="1181160"/>
            <a:chOff x="-3600" y="657360"/>
            <a:chExt cx="403920" cy="1181160"/>
          </a:xfrm>
        </p:grpSpPr>
        <p:sp>
          <p:nvSpPr>
            <p:cNvPr id="733"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734"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735"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6"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7"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8"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39"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0"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1"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2"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3"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4"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5"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6"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7"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8"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49"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50"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51"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752" name="PlaceHolder 1"/>
          <p:cNvSpPr>
            <a:spLocks noGrp="1"/>
          </p:cNvSpPr>
          <p:nvPr>
            <p:ph type="title" hasCustomPrompt="1"/>
          </p:nvPr>
        </p:nvSpPr>
        <p:spPr>
          <a:xfrm>
            <a:off x="587520" y="367560"/>
            <a:ext cx="4885560" cy="162000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sp>
        <p:nvSpPr>
          <p:cNvPr id="753" name="PlaceHolder 2"/>
          <p:cNvSpPr>
            <a:spLocks noGrp="1"/>
          </p:cNvSpPr>
          <p:nvPr>
            <p:ph type="body"/>
          </p:nvPr>
        </p:nvSpPr>
        <p:spPr>
          <a:xfrm>
            <a:off x="6095880" y="2262600"/>
            <a:ext cx="5523120" cy="35712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da-DK" sz="1800" b="0" u="none" strike="noStrike">
                <a:solidFill>
                  <a:schemeClr val="dk1"/>
                </a:solidFill>
                <a:effectLst/>
                <a:uFillTx/>
                <a:latin typeface="Consolas"/>
              </a:defRPr>
            </a:lvl1pPr>
          </a:lstStyle>
          <a:p>
            <a:pPr indent="0" algn="l" defTabSz="914400">
              <a:lnSpc>
                <a:spcPct val="100000"/>
              </a:lnSpc>
              <a:buNone/>
              <a:tabLst>
                <a:tab pos="0" algn="l"/>
              </a:tabLst>
            </a:pPr>
            <a:r>
              <a:rPr lang="da-DK" sz="1800" b="0" u="none" strike="noStrike">
                <a:solidFill>
                  <a:schemeClr val="dk1"/>
                </a:solidFill>
                <a:effectLst/>
                <a:uFillTx/>
                <a:latin typeface="Consolas"/>
              </a:rPr>
              <a:t>Klik på ikonet for at tilføje et diagram</a:t>
            </a:r>
          </a:p>
        </p:txBody>
      </p:sp>
      <p:sp>
        <p:nvSpPr>
          <p:cNvPr id="754" name="PlaceHolder 3"/>
          <p:cNvSpPr>
            <a:spLocks noGrp="1"/>
          </p:cNvSpPr>
          <p:nvPr>
            <p:ph type="body" hasCustomPrompt="1"/>
          </p:nvPr>
        </p:nvSpPr>
        <p:spPr>
          <a:xfrm>
            <a:off x="587520" y="2262600"/>
            <a:ext cx="4885560" cy="3571200"/>
          </a:xfrm>
          <a:prstGeom prst="rect">
            <a:avLst/>
          </a:prstGeom>
          <a:noFill/>
          <a:ln w="0">
            <a:noFill/>
          </a:ln>
        </p:spPr>
        <p:txBody>
          <a:bodyPr lIns="0" tIns="45720" rIns="0" bIns="45720" anchor="t">
            <a:normAutofit/>
          </a:bodyPr>
          <a:lstStyle>
            <a:lvl1pPr lvl="1" algn="l" defTabSz="914400">
              <a:lnSpc>
                <a:spcPct val="120000"/>
              </a:lnSpc>
              <a:spcBef>
                <a:spcPts val="499"/>
              </a:spcBef>
              <a:buSzPct val="100051"/>
              <a:buBlip>
                <a:blip r:embed="rId2"/>
              </a:buBlip>
              <a:tabLst>
                <a:tab pos="898560" algn="l"/>
              </a:tabLst>
              <a:defRPr lang="da-DK" sz="1600" b="0" u="none" strike="noStrike">
                <a:solidFill>
                  <a:schemeClr val="dk1"/>
                </a:solidFill>
                <a:effectLst/>
                <a:uFillTx/>
                <a:latin typeface="Consolas"/>
              </a:defRPr>
            </a:lvl1pPr>
          </a:lstStyle>
          <a:p>
            <a:pPr marL="285840" lvl="1" indent="-285840" algn="l" defTabSz="914400">
              <a:lnSpc>
                <a:spcPct val="120000"/>
              </a:lnSpc>
              <a:spcBef>
                <a:spcPts val="499"/>
              </a:spcBef>
              <a:buSzPct val="100051"/>
              <a:buBlip>
                <a:blip r:embed="rId2"/>
              </a:buBlip>
              <a:tabLst>
                <a:tab pos="898560" algn="l"/>
              </a:tabLst>
            </a:pPr>
            <a:r>
              <a:rPr lang="da-DK" sz="1600" b="0" u="none" strike="noStrike">
                <a:solidFill>
                  <a:schemeClr val="dk1"/>
                </a:solidFill>
                <a:effectLst/>
                <a:uFillTx/>
                <a:latin typeface="Consolas"/>
              </a:rPr>
              <a:t>Indsæt bullets</a:t>
            </a:r>
          </a:p>
        </p:txBody>
      </p:sp>
      <p:sp>
        <p:nvSpPr>
          <p:cNvPr id="755" name="PlaceHolder 4"/>
          <p:cNvSpPr>
            <a:spLocks noGrp="1"/>
          </p:cNvSpPr>
          <p:nvPr>
            <p:ph type="sldNum" idx="9"/>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3FD39F2D-FA96-4C10-A75C-89162FC1FEDF}"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1 x billede højre + bullets">
    <p:bg>
      <p:bgPr>
        <a:solidFill>
          <a:srgbClr val="FFFFFF"/>
        </a:solidFill>
        <a:effectLst/>
      </p:bgPr>
    </p:bg>
    <p:spTree>
      <p:nvGrpSpPr>
        <p:cNvPr id="1" name=""/>
        <p:cNvGrpSpPr/>
        <p:nvPr/>
      </p:nvGrpSpPr>
      <p:grpSpPr>
        <a:xfrm>
          <a:off x="0" y="0"/>
          <a:ext cx="0" cy="0"/>
          <a:chOff x="0" y="0"/>
          <a:chExt cx="0" cy="0"/>
        </a:xfrm>
      </p:grpSpPr>
      <p:grpSp>
        <p:nvGrpSpPr>
          <p:cNvPr id="764" name="Gruppe 57"/>
          <p:cNvGrpSpPr/>
          <p:nvPr/>
        </p:nvGrpSpPr>
        <p:grpSpPr>
          <a:xfrm>
            <a:off x="5466600" y="6027120"/>
            <a:ext cx="1271160" cy="667440"/>
            <a:chOff x="5466600" y="6027120"/>
            <a:chExt cx="1271160" cy="667440"/>
          </a:xfrm>
        </p:grpSpPr>
        <p:grpSp>
          <p:nvGrpSpPr>
            <p:cNvPr id="765" name="Gruppe 55"/>
            <p:cNvGrpSpPr/>
            <p:nvPr/>
          </p:nvGrpSpPr>
          <p:grpSpPr>
            <a:xfrm>
              <a:off x="5466600" y="6631920"/>
              <a:ext cx="1271160" cy="62640"/>
              <a:chOff x="5466600" y="6631920"/>
              <a:chExt cx="1271160" cy="62640"/>
            </a:xfrm>
          </p:grpSpPr>
          <p:sp>
            <p:nvSpPr>
              <p:cNvPr id="766"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767"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768"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69"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770"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771"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72"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73"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74"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75"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776"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777"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78"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779"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780"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781"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782"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783"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784" name="Gruppe 56"/>
            <p:cNvGrpSpPr/>
            <p:nvPr/>
          </p:nvGrpSpPr>
          <p:grpSpPr>
            <a:xfrm>
              <a:off x="5864400" y="6027120"/>
              <a:ext cx="412560" cy="438840"/>
              <a:chOff x="5864400" y="6027120"/>
              <a:chExt cx="412560" cy="438840"/>
            </a:xfrm>
          </p:grpSpPr>
          <p:sp>
            <p:nvSpPr>
              <p:cNvPr id="785"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86"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87"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788" name="Gruppe 80"/>
          <p:cNvGrpSpPr/>
          <p:nvPr/>
        </p:nvGrpSpPr>
        <p:grpSpPr>
          <a:xfrm>
            <a:off x="-3600" y="657360"/>
            <a:ext cx="403920" cy="1181160"/>
            <a:chOff x="-3600" y="657360"/>
            <a:chExt cx="403920" cy="1181160"/>
          </a:xfrm>
        </p:grpSpPr>
        <p:sp>
          <p:nvSpPr>
            <p:cNvPr id="789"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790"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791"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2"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3"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4"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5"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6"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7"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8"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799"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0"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1"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2"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3"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4"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5"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6"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07"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808" name="PlaceHolder 1"/>
          <p:cNvSpPr>
            <a:spLocks noGrp="1"/>
          </p:cNvSpPr>
          <p:nvPr>
            <p:ph type="pic" hasCustomPrompt="1"/>
          </p:nvPr>
        </p:nvSpPr>
        <p:spPr>
          <a:xfrm>
            <a:off x="7438680" y="0"/>
            <a:ext cx="4751640" cy="685656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
        <p:nvSpPr>
          <p:cNvPr id="809" name="PlaceHolder 2"/>
          <p:cNvSpPr>
            <a:spLocks noGrp="1"/>
          </p:cNvSpPr>
          <p:nvPr>
            <p:ph type="sldNum" idx="10"/>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68FAC9DB-1161-4560-8600-8AE38C6A4F94}"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810" name="PlaceHolder 3"/>
          <p:cNvSpPr>
            <a:spLocks noGrp="1"/>
          </p:cNvSpPr>
          <p:nvPr>
            <p:ph type="title" hasCustomPrompt="1"/>
          </p:nvPr>
        </p:nvSpPr>
        <p:spPr>
          <a:xfrm>
            <a:off x="587520" y="359280"/>
            <a:ext cx="4488840" cy="162000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dk1"/>
                </a:solidFill>
                <a:effectLst/>
                <a:uFillTx/>
                <a:latin typeface="Consolas"/>
              </a:defRPr>
            </a:lvl1pPr>
          </a:lstStyle>
          <a:p>
            <a:pPr indent="0" algn="l" defTabSz="914400">
              <a:lnSpc>
                <a:spcPct val="100000"/>
              </a:lnSpc>
              <a:buNone/>
              <a:tabLst>
                <a:tab pos="0" algn="l"/>
              </a:tabLst>
            </a:pPr>
            <a:r>
              <a:rPr lang="en-US" sz="3600" b="1" u="none" strike="noStrike" spc="300">
                <a:solidFill>
                  <a:schemeClr val="dk1"/>
                </a:solidFill>
                <a:effectLst/>
                <a:uFillTx/>
                <a:latin typeface="Consolas"/>
              </a:rPr>
              <a:t>KLIK HER FOR AT ÆNDRE TITEL</a:t>
            </a:r>
          </a:p>
        </p:txBody>
      </p:sp>
      <p:sp>
        <p:nvSpPr>
          <p:cNvPr id="811" name="PlaceHolder 4"/>
          <p:cNvSpPr>
            <a:spLocks noGrp="1"/>
          </p:cNvSpPr>
          <p:nvPr>
            <p:ph type="body" hasCustomPrompt="1"/>
          </p:nvPr>
        </p:nvSpPr>
        <p:spPr>
          <a:xfrm>
            <a:off x="587520" y="2143440"/>
            <a:ext cx="4488840" cy="3750840"/>
          </a:xfrm>
          <a:prstGeom prst="rect">
            <a:avLst/>
          </a:prstGeom>
          <a:noFill/>
          <a:ln w="0">
            <a:noFill/>
          </a:ln>
        </p:spPr>
        <p:txBody>
          <a:bodyPr lIns="0" tIns="45720" rIns="0" bIns="45720" anchor="t">
            <a:noAutofit/>
          </a:bodyPr>
          <a:lstStyle>
            <a:lvl1pPr algn="l" defTabSz="914400">
              <a:lnSpc>
                <a:spcPct val="100000"/>
              </a:lnSpc>
              <a:spcBef>
                <a:spcPts val="601"/>
              </a:spcBef>
              <a:buSzPct val="100051"/>
              <a:buBlip>
                <a:blip r:embed="rId2"/>
              </a:buBlip>
              <a:defRPr lang="da-DK" sz="1600" b="0" u="none" strike="noStrike">
                <a:solidFill>
                  <a:schemeClr val="dk1"/>
                </a:solidFill>
                <a:effectLst/>
                <a:uFillTx/>
                <a:latin typeface="Consolas"/>
              </a:defRPr>
            </a:lvl1pPr>
            <a:lvl2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2pPr>
            <a:lvl3pPr indent="0" algn="l" defTabSz="914400">
              <a:lnSpc>
                <a:spcPct val="100000"/>
              </a:lnSpc>
              <a:spcBef>
                <a:spcPts val="601"/>
              </a:spcBef>
              <a:buNone/>
              <a:tabLst>
                <a:tab pos="0" algn="l"/>
              </a:tabLst>
              <a:defRPr lang="da-DK" sz="1600" b="0" u="none" strike="noStrike">
                <a:solidFill>
                  <a:schemeClr val="dk1"/>
                </a:solidFill>
                <a:effectLst/>
                <a:uFillTx/>
                <a:latin typeface="Consolas"/>
              </a:defRPr>
            </a:lvl3pPr>
          </a:lstStyle>
          <a:p>
            <a:pPr marL="285840" indent="-285840" algn="l" defTabSz="914400">
              <a:lnSpc>
                <a:spcPct val="100000"/>
              </a:lnSpc>
              <a:spcBef>
                <a:spcPts val="601"/>
              </a:spcBef>
              <a:buSzPct val="100051"/>
              <a:buBlip>
                <a:blip r:embed="rId2"/>
              </a:buBlip>
            </a:pPr>
            <a:r>
              <a:rPr lang="da-DK" sz="1600" b="0" u="none" strike="noStrike">
                <a:solidFill>
                  <a:schemeClr val="dk1"/>
                </a:solidFill>
                <a:effectLst/>
                <a:uFillTx/>
                <a:latin typeface="Consolas"/>
              </a:rPr>
              <a:t>Indsæt bullets</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Stor billede højre - blå">
    <p:bg>
      <p:bgPr>
        <a:solidFill>
          <a:srgbClr val="FFFFFF"/>
        </a:solidFill>
        <a:effectLst/>
      </p:bgPr>
    </p:bg>
    <p:spTree>
      <p:nvGrpSpPr>
        <p:cNvPr id="1" name=""/>
        <p:cNvGrpSpPr/>
        <p:nvPr/>
      </p:nvGrpSpPr>
      <p:grpSpPr>
        <a:xfrm>
          <a:off x="0" y="0"/>
          <a:ext cx="0" cy="0"/>
          <a:chOff x="0" y="0"/>
          <a:chExt cx="0" cy="0"/>
        </a:xfrm>
      </p:grpSpPr>
      <p:grpSp>
        <p:nvGrpSpPr>
          <p:cNvPr id="812" name="Gruppe 57" hidden="1"/>
          <p:cNvGrpSpPr/>
          <p:nvPr/>
        </p:nvGrpSpPr>
        <p:grpSpPr>
          <a:xfrm>
            <a:off x="5466600" y="6027120"/>
            <a:ext cx="1271160" cy="667440"/>
            <a:chOff x="5466600" y="6027120"/>
            <a:chExt cx="1271160" cy="667440"/>
          </a:xfrm>
        </p:grpSpPr>
        <p:grpSp>
          <p:nvGrpSpPr>
            <p:cNvPr id="813" name="Gruppe 55"/>
            <p:cNvGrpSpPr/>
            <p:nvPr/>
          </p:nvGrpSpPr>
          <p:grpSpPr>
            <a:xfrm>
              <a:off x="5466600" y="6631920"/>
              <a:ext cx="1271160" cy="62640"/>
              <a:chOff x="5466600" y="6631920"/>
              <a:chExt cx="1271160" cy="62640"/>
            </a:xfrm>
          </p:grpSpPr>
          <p:sp>
            <p:nvSpPr>
              <p:cNvPr id="814"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815"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816"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17"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818"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819"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20"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821"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822"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23"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824"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825"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26"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827"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828"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829"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30"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31"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832" name="Gruppe 56"/>
            <p:cNvGrpSpPr/>
            <p:nvPr/>
          </p:nvGrpSpPr>
          <p:grpSpPr>
            <a:xfrm>
              <a:off x="5864400" y="6027120"/>
              <a:ext cx="412560" cy="438840"/>
              <a:chOff x="5864400" y="6027120"/>
              <a:chExt cx="412560" cy="438840"/>
            </a:xfrm>
          </p:grpSpPr>
          <p:sp>
            <p:nvSpPr>
              <p:cNvPr id="833"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34"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35"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grpSp>
        <p:nvGrpSpPr>
          <p:cNvPr id="836" name="Gruppe 80" hidden="1"/>
          <p:cNvGrpSpPr/>
          <p:nvPr/>
        </p:nvGrpSpPr>
        <p:grpSpPr>
          <a:xfrm>
            <a:off x="-3600" y="657360"/>
            <a:ext cx="403920" cy="1181160"/>
            <a:chOff x="-3600" y="657360"/>
            <a:chExt cx="403920" cy="1181160"/>
          </a:xfrm>
        </p:grpSpPr>
        <p:sp>
          <p:nvSpPr>
            <p:cNvPr id="837"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31680" tIns="35640" rIns="31680" bIns="35640" numCol="1" spcCol="0" anchor="t">
              <a:noAutofit/>
            </a:bodyPr>
            <a:lstStyle/>
            <a:p>
              <a:endParaRPr lang="da-DK" sz="1800" b="0" u="none" strike="noStrike">
                <a:solidFill>
                  <a:schemeClr val="dk1"/>
                </a:solidFill>
                <a:effectLst/>
                <a:uFillTx/>
                <a:latin typeface="Consolas"/>
              </a:endParaRPr>
            </a:p>
          </p:txBody>
        </p:sp>
        <p:sp>
          <p:nvSpPr>
            <p:cNvPr id="838"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71280" tIns="45000" rIns="71280" bIns="45000" numCol="1" spcCol="0" anchor="t">
              <a:noAutofit/>
            </a:bodyPr>
            <a:lstStyle/>
            <a:p>
              <a:endParaRPr lang="da-DK" sz="1800" b="0" u="none" strike="noStrike">
                <a:solidFill>
                  <a:schemeClr val="dk1"/>
                </a:solidFill>
                <a:effectLst/>
                <a:uFillTx/>
                <a:latin typeface="Consolas"/>
              </a:endParaRPr>
            </a:p>
          </p:txBody>
        </p:sp>
        <p:sp>
          <p:nvSpPr>
            <p:cNvPr id="839"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0"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1"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2"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3"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4"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5"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6"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7"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8"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49"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50"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51"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52"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53"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54"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55"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dk1"/>
                </a:solidFill>
                <a:effectLst/>
                <a:uFillTx/>
                <a:latin typeface="Consolas"/>
              </a:endParaRPr>
            </a:p>
          </p:txBody>
        </p:sp>
      </p:grpSp>
      <p:sp>
        <p:nvSpPr>
          <p:cNvPr id="856" name="Rectangle 6"/>
          <p:cNvSpPr/>
          <p:nvPr/>
        </p:nvSpPr>
        <p:spPr>
          <a:xfrm>
            <a:off x="0" y="0"/>
            <a:ext cx="5268960" cy="68565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horzOverflow="overflow" lIns="90000" tIns="45000" rIns="90000" bIns="45000" numCol="1" spcCol="0" anchor="ctr">
            <a:noAutofit/>
          </a:bodyPr>
          <a:lstStyle/>
          <a:p>
            <a:endParaRPr lang="en-US" sz="1800" b="0" u="none" strike="noStrike">
              <a:solidFill>
                <a:schemeClr val="lt1"/>
              </a:solidFill>
              <a:effectLst/>
              <a:uFillTx/>
              <a:latin typeface="Consolas"/>
            </a:endParaRPr>
          </a:p>
        </p:txBody>
      </p:sp>
      <p:sp>
        <p:nvSpPr>
          <p:cNvPr id="857" name="PlaceHolder 1"/>
          <p:cNvSpPr>
            <a:spLocks noGrp="1"/>
          </p:cNvSpPr>
          <p:nvPr>
            <p:ph type="sldNum" idx="11"/>
          </p:nvPr>
        </p:nvSpPr>
        <p:spPr>
          <a:xfrm>
            <a:off x="11340000" y="593280"/>
            <a:ext cx="569880" cy="225720"/>
          </a:xfrm>
          <a:prstGeom prst="rect">
            <a:avLst/>
          </a:prstGeom>
          <a:noFill/>
          <a:ln w="0">
            <a:noFill/>
          </a:ln>
        </p:spPr>
        <p:txBody>
          <a:bodyPr lIns="0" tIns="0" rIns="0" bIns="0" anchor="ctr">
            <a:noAutofit/>
          </a:bodyPr>
          <a:lstStyle>
            <a:lvl1pPr indent="0" algn="r" defTabSz="914400">
              <a:lnSpc>
                <a:spcPct val="100000"/>
              </a:lnSpc>
              <a:buNone/>
              <a:tabLst>
                <a:tab pos="0" algn="l"/>
              </a:tabLst>
              <a:defRPr lang="en-US" sz="1000" b="1" u="none" strike="noStrike">
                <a:solidFill>
                  <a:schemeClr val="dk1">
                    <a:alpha val="70000"/>
                  </a:schemeClr>
                </a:solidFill>
                <a:effectLst/>
                <a:uFillTx/>
                <a:latin typeface="Consolas"/>
                <a:ea typeface="Montserrat Medium"/>
              </a:defRPr>
            </a:lvl1pPr>
          </a:lstStyle>
          <a:p>
            <a:pPr indent="0" algn="r" defTabSz="914400">
              <a:lnSpc>
                <a:spcPct val="100000"/>
              </a:lnSpc>
              <a:buNone/>
              <a:tabLst>
                <a:tab pos="0" algn="l"/>
              </a:tabLst>
            </a:pPr>
            <a:fld id="{214CA673-7FE3-45E5-A4F1-E5A2470D1F43}" type="slidenum">
              <a:rPr lang="en-US" sz="1000" b="1" u="none" strike="noStrike">
                <a:solidFill>
                  <a:schemeClr val="dk1">
                    <a:alpha val="70000"/>
                  </a:schemeClr>
                </a:solidFill>
                <a:effectLst/>
                <a:uFillTx/>
                <a:latin typeface="Consolas"/>
                <a:ea typeface="Montserrat Medium"/>
              </a:rPr>
              <a:t>‹#›</a:t>
            </a:fld>
            <a:endParaRPr lang="en-US" sz="1000" b="0" u="none" strike="noStrike">
              <a:solidFill>
                <a:srgbClr val="000000"/>
              </a:solidFill>
              <a:effectLst/>
              <a:uFillTx/>
              <a:latin typeface="Times New Roman"/>
            </a:endParaRPr>
          </a:p>
        </p:txBody>
      </p:sp>
      <p:sp>
        <p:nvSpPr>
          <p:cNvPr id="858" name="PlaceHolder 2"/>
          <p:cNvSpPr>
            <a:spLocks noGrp="1"/>
          </p:cNvSpPr>
          <p:nvPr>
            <p:ph type="title" hasCustomPrompt="1"/>
          </p:nvPr>
        </p:nvSpPr>
        <p:spPr>
          <a:xfrm>
            <a:off x="587520" y="373320"/>
            <a:ext cx="4453200" cy="1469880"/>
          </a:xfrm>
          <a:prstGeom prst="rect">
            <a:avLst/>
          </a:prstGeom>
          <a:noFill/>
          <a:ln w="0">
            <a:noFill/>
          </a:ln>
        </p:spPr>
        <p:txBody>
          <a:bodyPr lIns="0" tIns="191880" rIns="0" bIns="0" anchor="t">
            <a:noAutofit/>
          </a:bodyPr>
          <a:lstStyle>
            <a:lvl1pPr indent="0" algn="l" defTabSz="914400">
              <a:lnSpc>
                <a:spcPct val="100000"/>
              </a:lnSpc>
              <a:buNone/>
              <a:tabLst>
                <a:tab pos="0" algn="l"/>
              </a:tabLst>
              <a:defRPr lang="en-US" sz="3600" b="1" u="none" strike="noStrike" spc="300">
                <a:solidFill>
                  <a:schemeClr val="lt1"/>
                </a:solidFill>
                <a:effectLst/>
                <a:uFillTx/>
                <a:latin typeface="Consolas"/>
              </a:defRPr>
            </a:lvl1pPr>
          </a:lstStyle>
          <a:p>
            <a:pPr indent="0" algn="l" defTabSz="914400">
              <a:lnSpc>
                <a:spcPct val="100000"/>
              </a:lnSpc>
              <a:buNone/>
              <a:tabLst>
                <a:tab pos="0" algn="l"/>
              </a:tabLst>
            </a:pPr>
            <a:r>
              <a:rPr lang="en-US" sz="3600" b="1" u="none" strike="noStrike" spc="300">
                <a:solidFill>
                  <a:schemeClr val="lt1"/>
                </a:solidFill>
                <a:effectLst/>
                <a:uFillTx/>
                <a:latin typeface="Consolas"/>
              </a:rPr>
              <a:t>KLIK HER FOR AT ÆNDRE TITEL</a:t>
            </a:r>
          </a:p>
        </p:txBody>
      </p:sp>
      <p:grpSp>
        <p:nvGrpSpPr>
          <p:cNvPr id="859" name="Gruppe 30"/>
          <p:cNvGrpSpPr/>
          <p:nvPr/>
        </p:nvGrpSpPr>
        <p:grpSpPr>
          <a:xfrm>
            <a:off x="5466600" y="6027120"/>
            <a:ext cx="1271160" cy="667440"/>
            <a:chOff x="5466600" y="6027120"/>
            <a:chExt cx="1271160" cy="667440"/>
          </a:xfrm>
        </p:grpSpPr>
        <p:grpSp>
          <p:nvGrpSpPr>
            <p:cNvPr id="860" name="Gruppe 31"/>
            <p:cNvGrpSpPr/>
            <p:nvPr/>
          </p:nvGrpSpPr>
          <p:grpSpPr>
            <a:xfrm>
              <a:off x="5466600" y="6631920"/>
              <a:ext cx="1271160" cy="62640"/>
              <a:chOff x="5466600" y="6631920"/>
              <a:chExt cx="1271160" cy="62640"/>
            </a:xfrm>
          </p:grpSpPr>
          <p:sp>
            <p:nvSpPr>
              <p:cNvPr id="861"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862"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863"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64"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865"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866"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67"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868"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869"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70"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871"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872"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73"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874"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875"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876"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877"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878"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tx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879" name="Gruppe 32"/>
            <p:cNvGrpSpPr/>
            <p:nvPr/>
          </p:nvGrpSpPr>
          <p:grpSpPr>
            <a:xfrm>
              <a:off x="5864400" y="6027120"/>
              <a:ext cx="412560" cy="438840"/>
              <a:chOff x="5864400" y="6027120"/>
              <a:chExt cx="412560" cy="438840"/>
            </a:xfrm>
          </p:grpSpPr>
          <p:sp>
            <p:nvSpPr>
              <p:cNvPr id="880"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81"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882"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tx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sp>
        <p:nvSpPr>
          <p:cNvPr id="883" name="PlaceHolder 3"/>
          <p:cNvSpPr>
            <a:spLocks noGrp="1"/>
          </p:cNvSpPr>
          <p:nvPr>
            <p:ph type="body" hasCustomPrompt="1"/>
          </p:nvPr>
        </p:nvSpPr>
        <p:spPr>
          <a:xfrm>
            <a:off x="583560" y="2101680"/>
            <a:ext cx="4457160" cy="3598920"/>
          </a:xfrm>
          <a:prstGeom prst="rect">
            <a:avLst/>
          </a:prstGeom>
          <a:noFill/>
          <a:ln w="0">
            <a:noFill/>
          </a:ln>
        </p:spPr>
        <p:txBody>
          <a:bodyPr lIns="0" tIns="45720" rIns="0" bIns="45720" anchor="t">
            <a:noAutofit/>
          </a:bodyPr>
          <a:lstStyle>
            <a:lvl1pPr algn="l" defTabSz="914400">
              <a:lnSpc>
                <a:spcPct val="120000"/>
              </a:lnSpc>
              <a:spcBef>
                <a:spcPts val="1001"/>
              </a:spcBef>
              <a:buSzPct val="100051"/>
              <a:buBlip>
                <a:blip r:embed="rId2"/>
              </a:buBlip>
              <a:defRPr lang="da-DK" sz="1600" b="0" u="none" strike="noStrike">
                <a:solidFill>
                  <a:schemeClr val="lt1"/>
                </a:solidFill>
                <a:effectLst/>
                <a:uFillTx/>
                <a:latin typeface="Consolas"/>
              </a:defRPr>
            </a:lvl1pPr>
          </a:lstStyle>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Indsæt bullets</a:t>
            </a:r>
          </a:p>
        </p:txBody>
      </p:sp>
      <p:grpSp>
        <p:nvGrpSpPr>
          <p:cNvPr id="884" name="Gruppe 1"/>
          <p:cNvGrpSpPr/>
          <p:nvPr/>
        </p:nvGrpSpPr>
        <p:grpSpPr>
          <a:xfrm>
            <a:off x="-3600" y="657360"/>
            <a:ext cx="403920" cy="1181160"/>
            <a:chOff x="-3600" y="657360"/>
            <a:chExt cx="403920" cy="1181160"/>
          </a:xfrm>
        </p:grpSpPr>
        <p:sp>
          <p:nvSpPr>
            <p:cNvPr id="885" name="Freeform 53"/>
            <p:cNvSpPr/>
            <p:nvPr/>
          </p:nvSpPr>
          <p:spPr>
            <a:xfrm>
              <a:off x="328320" y="1768320"/>
              <a:ext cx="72000" cy="70200"/>
            </a:xfrm>
            <a:custGeom>
              <a:avLst/>
              <a:gdLst>
                <a:gd name="textAreaLeft" fmla="*/ 0 w 72000"/>
                <a:gd name="textAreaRight" fmla="*/ 73440 w 72000"/>
                <a:gd name="textAreaTop" fmla="*/ 0 h 70200"/>
                <a:gd name="textAreaBottom" fmla="*/ 71640 h 70200"/>
                <a:gd name="GluePoint1X" fmla="*/ 19 w 19"/>
                <a:gd name="GluePoint1Y" fmla="*/ 0 h 19"/>
                <a:gd name="GluePoint2X" fmla="*/ 19 w 19"/>
                <a:gd name="GluePoint2Y" fmla="*/ 4 h 19"/>
                <a:gd name="GluePoint3X" fmla="*/ 3 w 19"/>
                <a:gd name="GluePoint3Y" fmla="*/ 19 h 19"/>
                <a:gd name="GluePoint4X" fmla="*/ 0 w 19"/>
                <a:gd name="GluePoint4Y" fmla="*/ 19 h 19"/>
                <a:gd name="GluePoint5X" fmla="*/ 19 w 19"/>
                <a:gd name="GluePoint5Y" fmla="*/ 0 h 1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36000" tIns="35640" rIns="36000" bIns="35640" numCol="1" spcCol="0" anchor="t">
              <a:noAutofit/>
            </a:bodyPr>
            <a:lstStyle/>
            <a:p>
              <a:endParaRPr lang="da-DK" sz="1800" b="0" u="none" strike="noStrike">
                <a:solidFill>
                  <a:schemeClr val="lt1"/>
                </a:solidFill>
                <a:effectLst/>
                <a:uFillTx/>
                <a:latin typeface="Consolas"/>
              </a:endParaRPr>
            </a:p>
          </p:txBody>
        </p:sp>
        <p:sp>
          <p:nvSpPr>
            <p:cNvPr id="886" name="Freeform 54"/>
            <p:cNvSpPr/>
            <p:nvPr/>
          </p:nvSpPr>
          <p:spPr>
            <a:xfrm>
              <a:off x="236520" y="1685520"/>
              <a:ext cx="163440" cy="152640"/>
            </a:xfrm>
            <a:custGeom>
              <a:avLst/>
              <a:gdLst>
                <a:gd name="textAreaLeft" fmla="*/ 0 w 163440"/>
                <a:gd name="textAreaRight" fmla="*/ 164880 w 163440"/>
                <a:gd name="textAreaTop" fmla="*/ 0 h 152640"/>
                <a:gd name="textAreaBottom" fmla="*/ 154080 h 152640"/>
                <a:gd name="GluePoint1X" fmla="*/ 43 w 43"/>
                <a:gd name="GluePoint1Y" fmla="*/ 0 h 41"/>
                <a:gd name="GluePoint2X" fmla="*/ 43 w 43"/>
                <a:gd name="GluePoint2Y" fmla="*/ 4 h 41"/>
                <a:gd name="GluePoint3X" fmla="*/ 7 w 43"/>
                <a:gd name="GluePoint3Y" fmla="*/ 38 h 41"/>
                <a:gd name="GluePoint4X" fmla="*/ 3 w 43"/>
                <a:gd name="GluePoint4Y" fmla="*/ 41 h 41"/>
                <a:gd name="GluePoint5X" fmla="*/ 0 w 43"/>
                <a:gd name="GluePoint5Y" fmla="*/ 41 h 41"/>
                <a:gd name="GluePoint6X" fmla="*/ 42 w 43"/>
                <a:gd name="GluePoint6Y" fmla="*/ 1 h 41"/>
                <a:gd name="GluePoint7X" fmla="*/ 43 w 43"/>
                <a:gd name="GluePoint7Y" fmla="*/ 0 h 4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81720" tIns="45000" rIns="81720" bIns="45000" numCol="1" spcCol="0" anchor="t">
              <a:noAutofit/>
            </a:bodyPr>
            <a:lstStyle/>
            <a:p>
              <a:endParaRPr lang="da-DK" sz="1800" b="0" u="none" strike="noStrike">
                <a:solidFill>
                  <a:schemeClr val="lt1"/>
                </a:solidFill>
                <a:effectLst/>
                <a:uFillTx/>
                <a:latin typeface="Consolas"/>
              </a:endParaRPr>
            </a:p>
          </p:txBody>
        </p:sp>
        <p:sp>
          <p:nvSpPr>
            <p:cNvPr id="887" name="Freeform 55"/>
            <p:cNvSpPr/>
            <p:nvPr/>
          </p:nvSpPr>
          <p:spPr>
            <a:xfrm>
              <a:off x="124920" y="1604880"/>
              <a:ext cx="275400" cy="233280"/>
            </a:xfrm>
            <a:custGeom>
              <a:avLst/>
              <a:gdLst>
                <a:gd name="textAreaLeft" fmla="*/ 0 w 275400"/>
                <a:gd name="textAreaRight" fmla="*/ 276840 w 275400"/>
                <a:gd name="textAreaTop" fmla="*/ 0 h 233280"/>
                <a:gd name="textAreaBottom" fmla="*/ 234720 h 233280"/>
                <a:gd name="GluePoint1X" fmla="*/ 72 w 72"/>
                <a:gd name="GluePoint1Y" fmla="*/ 0 h 62"/>
                <a:gd name="GluePoint2X" fmla="*/ 72 w 72"/>
                <a:gd name="GluePoint2Y" fmla="*/ 3 h 62"/>
                <a:gd name="GluePoint3X" fmla="*/ 35 w 72"/>
                <a:gd name="GluePoint3Y" fmla="*/ 37 h 62"/>
                <a:gd name="GluePoint4X" fmla="*/ 4 w 72"/>
                <a:gd name="GluePoint4Y" fmla="*/ 62 h 62"/>
                <a:gd name="GluePoint5X" fmla="*/ 0 w 72"/>
                <a:gd name="GluePoint5Y" fmla="*/ 62 h 62"/>
                <a:gd name="GluePoint6X" fmla="*/ 7 w 72"/>
                <a:gd name="GluePoint6Y" fmla="*/ 58 h 62"/>
                <a:gd name="GluePoint7X" fmla="*/ 70 w 72"/>
                <a:gd name="GluePoint7Y" fmla="*/ 2 h 62"/>
                <a:gd name="GluePoint8X" fmla="*/ 72 w 72"/>
                <a:gd name="GluePoint8Y" fmla="*/ 0 h 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88" name="Freeform 56"/>
            <p:cNvSpPr/>
            <p:nvPr/>
          </p:nvSpPr>
          <p:spPr>
            <a:xfrm>
              <a:off x="-3600" y="1526040"/>
              <a:ext cx="403560" cy="300960"/>
            </a:xfrm>
            <a:custGeom>
              <a:avLst/>
              <a:gdLst>
                <a:gd name="textAreaLeft" fmla="*/ 0 w 403560"/>
                <a:gd name="textAreaRight" fmla="*/ 405000 w 403560"/>
                <a:gd name="textAreaTop" fmla="*/ 0 h 300960"/>
                <a:gd name="textAreaBottom" fmla="*/ 302400 h 300960"/>
                <a:gd name="GluePoint1X" fmla="*/ 105 w 105"/>
                <a:gd name="GluePoint1Y" fmla="*/ 0 h 80"/>
                <a:gd name="GluePoint2X" fmla="*/ 105 w 105"/>
                <a:gd name="GluePoint2Y" fmla="*/ 3 h 80"/>
                <a:gd name="GluePoint3X" fmla="*/ 67 w 105"/>
                <a:gd name="GluePoint3Y" fmla="*/ 37 h 80"/>
                <a:gd name="GluePoint4X" fmla="*/ 0 w 105"/>
                <a:gd name="GluePoint4Y" fmla="*/ 80 h 80"/>
                <a:gd name="GluePoint5X" fmla="*/ 0 w 105"/>
                <a:gd name="GluePoint5Y" fmla="*/ 77 h 80"/>
                <a:gd name="GluePoint6X" fmla="*/ 39 w 105"/>
                <a:gd name="GluePoint6Y" fmla="*/ 57 h 80"/>
                <a:gd name="GluePoint7X" fmla="*/ 102 w 105"/>
                <a:gd name="GluePoint7Y" fmla="*/ 3 h 80"/>
                <a:gd name="GluePoint8X" fmla="*/ 105 w 105"/>
                <a:gd name="GluePoint8Y" fmla="*/ 0 h 8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89" name="Freeform 57"/>
            <p:cNvSpPr/>
            <p:nvPr/>
          </p:nvSpPr>
          <p:spPr>
            <a:xfrm>
              <a:off x="-3600" y="1454760"/>
              <a:ext cx="403560" cy="286560"/>
            </a:xfrm>
            <a:custGeom>
              <a:avLst/>
              <a:gdLst>
                <a:gd name="textAreaLeft" fmla="*/ 0 w 403560"/>
                <a:gd name="textAreaRight" fmla="*/ 405000 w 403560"/>
                <a:gd name="textAreaTop" fmla="*/ 0 h 286560"/>
                <a:gd name="textAreaBottom" fmla="*/ 288000 h 286560"/>
                <a:gd name="GluePoint1X" fmla="*/ 105 w 105"/>
                <a:gd name="GluePoint1Y" fmla="*/ 0 h 76"/>
                <a:gd name="GluePoint2X" fmla="*/ 105 w 105"/>
                <a:gd name="GluePoint2Y" fmla="*/ 2 h 76"/>
                <a:gd name="GluePoint3X" fmla="*/ 67 w 105"/>
                <a:gd name="GluePoint3Y" fmla="*/ 35 h 76"/>
                <a:gd name="GluePoint4X" fmla="*/ 0 w 105"/>
                <a:gd name="GluePoint4Y" fmla="*/ 76 h 76"/>
                <a:gd name="GluePoint5X" fmla="*/ 0 w 105"/>
                <a:gd name="GluePoint5Y" fmla="*/ 74 h 76"/>
                <a:gd name="GluePoint6X" fmla="*/ 39 w 105"/>
                <a:gd name="GluePoint6Y" fmla="*/ 54 h 76"/>
                <a:gd name="GluePoint7X" fmla="*/ 101 w 105"/>
                <a:gd name="GluePoint7Y" fmla="*/ 2 h 76"/>
                <a:gd name="GluePoint8X" fmla="*/ 105 w 105"/>
                <a:gd name="GluePoint8Y" fmla="*/ 0 h 76"/>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0" name="Freeform 58"/>
            <p:cNvSpPr/>
            <p:nvPr/>
          </p:nvSpPr>
          <p:spPr>
            <a:xfrm>
              <a:off x="-3600" y="1379520"/>
              <a:ext cx="403560" cy="277200"/>
            </a:xfrm>
            <a:custGeom>
              <a:avLst/>
              <a:gdLst>
                <a:gd name="textAreaLeft" fmla="*/ 0 w 403560"/>
                <a:gd name="textAreaRight" fmla="*/ 405000 w 403560"/>
                <a:gd name="textAreaTop" fmla="*/ 0 h 277200"/>
                <a:gd name="textAreaBottom" fmla="*/ 278640 h 277200"/>
                <a:gd name="GluePoint1X" fmla="*/ 105 w 105"/>
                <a:gd name="GluePoint1Y" fmla="*/ 0 h 74"/>
                <a:gd name="GluePoint2X" fmla="*/ 105 w 105"/>
                <a:gd name="GluePoint2Y" fmla="*/ 3 h 74"/>
                <a:gd name="GluePoint3X" fmla="*/ 67 w 105"/>
                <a:gd name="GluePoint3Y" fmla="*/ 34 h 74"/>
                <a:gd name="GluePoint4X" fmla="*/ 0 w 105"/>
                <a:gd name="GluePoint4Y" fmla="*/ 74 h 74"/>
                <a:gd name="GluePoint5X" fmla="*/ 0 w 105"/>
                <a:gd name="GluePoint5Y" fmla="*/ 72 h 74"/>
                <a:gd name="GluePoint6X" fmla="*/ 39 w 105"/>
                <a:gd name="GluePoint6Y" fmla="*/ 52 h 74"/>
                <a:gd name="GluePoint7X" fmla="*/ 101 w 105"/>
                <a:gd name="GluePoint7Y" fmla="*/ 3 h 74"/>
                <a:gd name="GluePoint8X" fmla="*/ 105 w 105"/>
                <a:gd name="GluePoint8Y" fmla="*/ 0 h 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1" name="Freeform 59"/>
            <p:cNvSpPr/>
            <p:nvPr/>
          </p:nvSpPr>
          <p:spPr>
            <a:xfrm>
              <a:off x="-3600" y="1311840"/>
              <a:ext cx="403560" cy="262440"/>
            </a:xfrm>
            <a:custGeom>
              <a:avLst/>
              <a:gdLst>
                <a:gd name="textAreaLeft" fmla="*/ 0 w 403560"/>
                <a:gd name="textAreaRight" fmla="*/ 405000 w 403560"/>
                <a:gd name="textAreaTop" fmla="*/ 0 h 262440"/>
                <a:gd name="textAreaBottom" fmla="*/ 263880 h 262440"/>
                <a:gd name="GluePoint1X" fmla="*/ 105 w 105"/>
                <a:gd name="GluePoint1Y" fmla="*/ 0 h 70"/>
                <a:gd name="GluePoint2X" fmla="*/ 105 w 105"/>
                <a:gd name="GluePoint2Y" fmla="*/ 2 h 70"/>
                <a:gd name="GluePoint3X" fmla="*/ 67 w 105"/>
                <a:gd name="GluePoint3Y" fmla="*/ 32 h 70"/>
                <a:gd name="GluePoint4X" fmla="*/ 0 w 105"/>
                <a:gd name="GluePoint4Y" fmla="*/ 70 h 70"/>
                <a:gd name="GluePoint5X" fmla="*/ 0 w 105"/>
                <a:gd name="GluePoint5Y" fmla="*/ 68 h 70"/>
                <a:gd name="GluePoint6X" fmla="*/ 40 w 105"/>
                <a:gd name="GluePoint6Y" fmla="*/ 50 h 70"/>
                <a:gd name="GluePoint7X" fmla="*/ 102 w 105"/>
                <a:gd name="GluePoint7Y" fmla="*/ 2 h 70"/>
                <a:gd name="GluePoint8X" fmla="*/ 105 w 105"/>
                <a:gd name="GluePoint8Y" fmla="*/ 0 h 7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2" name="Freeform 60"/>
            <p:cNvSpPr/>
            <p:nvPr/>
          </p:nvSpPr>
          <p:spPr>
            <a:xfrm>
              <a:off x="-3600" y="1243800"/>
              <a:ext cx="403560" cy="251640"/>
            </a:xfrm>
            <a:custGeom>
              <a:avLst/>
              <a:gdLst>
                <a:gd name="textAreaLeft" fmla="*/ 0 w 403560"/>
                <a:gd name="textAreaRight" fmla="*/ 405000 w 403560"/>
                <a:gd name="textAreaTop" fmla="*/ 0 h 251640"/>
                <a:gd name="textAreaBottom" fmla="*/ 253080 h 251640"/>
                <a:gd name="GluePoint1X" fmla="*/ 105 w 105"/>
                <a:gd name="GluePoint1Y" fmla="*/ 0 h 67"/>
                <a:gd name="GluePoint2X" fmla="*/ 105 w 105"/>
                <a:gd name="GluePoint2Y" fmla="*/ 2 h 67"/>
                <a:gd name="GluePoint3X" fmla="*/ 68 w 105"/>
                <a:gd name="GluePoint3Y" fmla="*/ 31 h 67"/>
                <a:gd name="GluePoint4X" fmla="*/ 0 w 105"/>
                <a:gd name="GluePoint4Y" fmla="*/ 67 h 67"/>
                <a:gd name="GluePoint5X" fmla="*/ 0 w 105"/>
                <a:gd name="GluePoint5Y" fmla="*/ 65 h 67"/>
                <a:gd name="GluePoint6X" fmla="*/ 41 w 105"/>
                <a:gd name="GluePoint6Y" fmla="*/ 47 h 67"/>
                <a:gd name="GluePoint7X" fmla="*/ 102 w 105"/>
                <a:gd name="GluePoint7Y" fmla="*/ 2 h 67"/>
                <a:gd name="GluePoint8X" fmla="*/ 105 w 105"/>
                <a:gd name="GluePoint8Y" fmla="*/ 0 h 6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3" name="Freeform 61"/>
            <p:cNvSpPr/>
            <p:nvPr/>
          </p:nvSpPr>
          <p:spPr>
            <a:xfrm>
              <a:off x="-3600" y="1174320"/>
              <a:ext cx="403560" cy="244080"/>
            </a:xfrm>
            <a:custGeom>
              <a:avLst/>
              <a:gdLst>
                <a:gd name="textAreaLeft" fmla="*/ 0 w 403560"/>
                <a:gd name="textAreaRight" fmla="*/ 405000 w 403560"/>
                <a:gd name="textAreaTop" fmla="*/ 0 h 244080"/>
                <a:gd name="textAreaBottom" fmla="*/ 245520 h 244080"/>
                <a:gd name="GluePoint1X" fmla="*/ 105 w 105"/>
                <a:gd name="GluePoint1Y" fmla="*/ 0 h 65"/>
                <a:gd name="GluePoint2X" fmla="*/ 105 w 105"/>
                <a:gd name="GluePoint2Y" fmla="*/ 3 h 65"/>
                <a:gd name="GluePoint3X" fmla="*/ 69 w 105"/>
                <a:gd name="GluePoint3Y" fmla="*/ 29 h 65"/>
                <a:gd name="GluePoint4X" fmla="*/ 0 w 105"/>
                <a:gd name="GluePoint4Y" fmla="*/ 65 h 65"/>
                <a:gd name="GluePoint5X" fmla="*/ 0 w 105"/>
                <a:gd name="GluePoint5Y" fmla="*/ 62 h 65"/>
                <a:gd name="GluePoint6X" fmla="*/ 42 w 105"/>
                <a:gd name="GluePoint6Y" fmla="*/ 45 h 65"/>
                <a:gd name="GluePoint7X" fmla="*/ 103 w 105"/>
                <a:gd name="GluePoint7Y" fmla="*/ 2 h 65"/>
                <a:gd name="GluePoint8X" fmla="*/ 105 w 105"/>
                <a:gd name="GluePoint8Y" fmla="*/ 0 h 6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4" name="Freeform 62"/>
            <p:cNvSpPr/>
            <p:nvPr/>
          </p:nvSpPr>
          <p:spPr>
            <a:xfrm>
              <a:off x="-3600" y="1109880"/>
              <a:ext cx="403560" cy="229680"/>
            </a:xfrm>
            <a:custGeom>
              <a:avLst/>
              <a:gdLst>
                <a:gd name="textAreaLeft" fmla="*/ 0 w 403560"/>
                <a:gd name="textAreaRight" fmla="*/ 405000 w 403560"/>
                <a:gd name="textAreaTop" fmla="*/ 0 h 229680"/>
                <a:gd name="textAreaBottom" fmla="*/ 231120 h 229680"/>
                <a:gd name="GluePoint1X" fmla="*/ 105 w 105"/>
                <a:gd name="GluePoint1Y" fmla="*/ 0 h 61"/>
                <a:gd name="GluePoint2X" fmla="*/ 105 w 105"/>
                <a:gd name="GluePoint2Y" fmla="*/ 3 h 61"/>
                <a:gd name="GluePoint3X" fmla="*/ 71 w 105"/>
                <a:gd name="GluePoint3Y" fmla="*/ 27 h 61"/>
                <a:gd name="GluePoint4X" fmla="*/ 0 w 105"/>
                <a:gd name="GluePoint4Y" fmla="*/ 61 h 61"/>
                <a:gd name="GluePoint5X" fmla="*/ 0 w 105"/>
                <a:gd name="GluePoint5Y" fmla="*/ 59 h 61"/>
                <a:gd name="GluePoint6X" fmla="*/ 44 w 105"/>
                <a:gd name="GluePoint6Y" fmla="*/ 42 h 61"/>
                <a:gd name="GluePoint7X" fmla="*/ 104 w 105"/>
                <a:gd name="GluePoint7Y" fmla="*/ 1 h 61"/>
                <a:gd name="GluePoint8X" fmla="*/ 105 w 105"/>
                <a:gd name="GluePoint8Y" fmla="*/ 0 h 6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5" name="Freeform 63"/>
            <p:cNvSpPr/>
            <p:nvPr/>
          </p:nvSpPr>
          <p:spPr>
            <a:xfrm>
              <a:off x="-3600" y="1049400"/>
              <a:ext cx="403560" cy="218520"/>
            </a:xfrm>
            <a:custGeom>
              <a:avLst/>
              <a:gdLst>
                <a:gd name="textAreaLeft" fmla="*/ 0 w 403560"/>
                <a:gd name="textAreaRight" fmla="*/ 405000 w 403560"/>
                <a:gd name="textAreaTop" fmla="*/ 0 h 218520"/>
                <a:gd name="textAreaBottom" fmla="*/ 219960 h 218520"/>
                <a:gd name="GluePoint1X" fmla="*/ 105 w 105"/>
                <a:gd name="GluePoint1Y" fmla="*/ 0 h 58"/>
                <a:gd name="GluePoint2X" fmla="*/ 105 w 105"/>
                <a:gd name="GluePoint2Y" fmla="*/ 2 h 58"/>
                <a:gd name="GluePoint3X" fmla="*/ 72 w 105"/>
                <a:gd name="GluePoint3Y" fmla="*/ 25 h 58"/>
                <a:gd name="GluePoint4X" fmla="*/ 0 w 105"/>
                <a:gd name="GluePoint4Y" fmla="*/ 58 h 58"/>
                <a:gd name="GluePoint5X" fmla="*/ 0 w 105"/>
                <a:gd name="GluePoint5Y" fmla="*/ 55 h 58"/>
                <a:gd name="GluePoint6X" fmla="*/ 46 w 105"/>
                <a:gd name="GluePoint6Y" fmla="*/ 39 h 58"/>
                <a:gd name="GluePoint7X" fmla="*/ 105 w 105"/>
                <a:gd name="GluePoint7Y" fmla="*/ 0 h 5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6" name="Freeform 64"/>
            <p:cNvSpPr/>
            <p:nvPr/>
          </p:nvSpPr>
          <p:spPr>
            <a:xfrm>
              <a:off x="-3600" y="988920"/>
              <a:ext cx="403560" cy="203760"/>
            </a:xfrm>
            <a:custGeom>
              <a:avLst/>
              <a:gdLst>
                <a:gd name="textAreaLeft" fmla="*/ 0 w 403560"/>
                <a:gd name="textAreaRight" fmla="*/ 405000 w 403560"/>
                <a:gd name="textAreaTop" fmla="*/ 0 h 203760"/>
                <a:gd name="textAreaBottom" fmla="*/ 205200 h 203760"/>
                <a:gd name="GluePoint1X" fmla="*/ 105 w 105"/>
                <a:gd name="GluePoint1Y" fmla="*/ 0 h 54"/>
                <a:gd name="GluePoint2X" fmla="*/ 105 w 105"/>
                <a:gd name="GluePoint2Y" fmla="*/ 2 h 54"/>
                <a:gd name="GluePoint3X" fmla="*/ 74 w 105"/>
                <a:gd name="GluePoint3Y" fmla="*/ 23 h 54"/>
                <a:gd name="GluePoint4X" fmla="*/ 0 w 105"/>
                <a:gd name="GluePoint4Y" fmla="*/ 54 h 54"/>
                <a:gd name="GluePoint5X" fmla="*/ 0 w 105"/>
                <a:gd name="GluePoint5Y" fmla="*/ 52 h 54"/>
                <a:gd name="GluePoint6X" fmla="*/ 48 w 105"/>
                <a:gd name="GluePoint6Y" fmla="*/ 36 h 54"/>
                <a:gd name="GluePoint7X" fmla="*/ 105 w 105"/>
                <a:gd name="GluePoint7Y" fmla="*/ 0 h 5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7" name="Freeform 65"/>
            <p:cNvSpPr/>
            <p:nvPr/>
          </p:nvSpPr>
          <p:spPr>
            <a:xfrm>
              <a:off x="-3600" y="934200"/>
              <a:ext cx="403560" cy="187560"/>
            </a:xfrm>
            <a:custGeom>
              <a:avLst/>
              <a:gdLst>
                <a:gd name="textAreaLeft" fmla="*/ 0 w 403560"/>
                <a:gd name="textAreaRight" fmla="*/ 405000 w 403560"/>
                <a:gd name="textAreaTop" fmla="*/ 0 h 187560"/>
                <a:gd name="textAreaBottom" fmla="*/ 189000 h 187560"/>
                <a:gd name="GluePoint1X" fmla="*/ 105 w 105"/>
                <a:gd name="GluePoint1Y" fmla="*/ 0 h 50"/>
                <a:gd name="GluePoint2X" fmla="*/ 105 w 105"/>
                <a:gd name="GluePoint2Y" fmla="*/ 2 h 50"/>
                <a:gd name="GluePoint3X" fmla="*/ 76 w 105"/>
                <a:gd name="GluePoint3Y" fmla="*/ 20 h 50"/>
                <a:gd name="GluePoint4X" fmla="*/ 0 w 105"/>
                <a:gd name="GluePoint4Y" fmla="*/ 50 h 50"/>
                <a:gd name="GluePoint5X" fmla="*/ 0 w 105"/>
                <a:gd name="GluePoint5Y" fmla="*/ 48 h 50"/>
                <a:gd name="GluePoint6X" fmla="*/ 51 w 105"/>
                <a:gd name="GluePoint6Y" fmla="*/ 33 h 50"/>
                <a:gd name="GluePoint7X" fmla="*/ 105 w 105"/>
                <a:gd name="GluePoint7Y" fmla="*/ 0 h 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8" name="Freeform 66"/>
            <p:cNvSpPr/>
            <p:nvPr/>
          </p:nvSpPr>
          <p:spPr>
            <a:xfrm>
              <a:off x="-3600" y="873720"/>
              <a:ext cx="403560" cy="174600"/>
            </a:xfrm>
            <a:custGeom>
              <a:avLst/>
              <a:gdLst>
                <a:gd name="textAreaLeft" fmla="*/ 0 w 403560"/>
                <a:gd name="textAreaRight" fmla="*/ 405000 w 403560"/>
                <a:gd name="textAreaTop" fmla="*/ 0 h 174600"/>
                <a:gd name="textAreaBottom" fmla="*/ 176040 h 174600"/>
                <a:gd name="GluePoint1X" fmla="*/ 105 w 105"/>
                <a:gd name="GluePoint1Y" fmla="*/ 0 h 47"/>
                <a:gd name="GluePoint2X" fmla="*/ 105 w 105"/>
                <a:gd name="GluePoint2Y" fmla="*/ 3 h 47"/>
                <a:gd name="GluePoint3X" fmla="*/ 79 w 105"/>
                <a:gd name="GluePoint3Y" fmla="*/ 19 h 47"/>
                <a:gd name="GluePoint4X" fmla="*/ 0 w 105"/>
                <a:gd name="GluePoint4Y" fmla="*/ 47 h 47"/>
                <a:gd name="GluePoint5X" fmla="*/ 0 w 105"/>
                <a:gd name="GluePoint5Y" fmla="*/ 45 h 47"/>
                <a:gd name="GluePoint6X" fmla="*/ 53 w 105"/>
                <a:gd name="GluePoint6Y" fmla="*/ 31 h 47"/>
                <a:gd name="GluePoint7X" fmla="*/ 105 w 105"/>
                <a:gd name="GluePoint7Y" fmla="*/ 0 h 4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899" name="Freeform 67"/>
            <p:cNvSpPr/>
            <p:nvPr/>
          </p:nvSpPr>
          <p:spPr>
            <a:xfrm>
              <a:off x="-3600" y="820440"/>
              <a:ext cx="403560" cy="159840"/>
            </a:xfrm>
            <a:custGeom>
              <a:avLst/>
              <a:gdLst>
                <a:gd name="textAreaLeft" fmla="*/ 0 w 403560"/>
                <a:gd name="textAreaRight" fmla="*/ 405000 w 403560"/>
                <a:gd name="textAreaTop" fmla="*/ 0 h 159840"/>
                <a:gd name="textAreaBottom" fmla="*/ 161280 h 159840"/>
                <a:gd name="GluePoint1X" fmla="*/ 105 w 105"/>
                <a:gd name="GluePoint1Y" fmla="*/ 0 h 43"/>
                <a:gd name="GluePoint2X" fmla="*/ 105 w 105"/>
                <a:gd name="GluePoint2Y" fmla="*/ 2 h 43"/>
                <a:gd name="GluePoint3X" fmla="*/ 82 w 105"/>
                <a:gd name="GluePoint3Y" fmla="*/ 16 h 43"/>
                <a:gd name="GluePoint4X" fmla="*/ 0 w 105"/>
                <a:gd name="GluePoint4Y" fmla="*/ 43 h 43"/>
                <a:gd name="GluePoint5X" fmla="*/ 0 w 105"/>
                <a:gd name="GluePoint5Y" fmla="*/ 40 h 43"/>
                <a:gd name="GluePoint6X" fmla="*/ 56 w 105"/>
                <a:gd name="GluePoint6Y" fmla="*/ 27 h 43"/>
                <a:gd name="GluePoint7X" fmla="*/ 105 w 105"/>
                <a:gd name="GluePoint7Y" fmla="*/ 0 h 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900" name="Freeform 68"/>
            <p:cNvSpPr/>
            <p:nvPr/>
          </p:nvSpPr>
          <p:spPr>
            <a:xfrm>
              <a:off x="-3600" y="767160"/>
              <a:ext cx="403560" cy="145080"/>
            </a:xfrm>
            <a:custGeom>
              <a:avLst/>
              <a:gdLst>
                <a:gd name="textAreaLeft" fmla="*/ 0 w 403560"/>
                <a:gd name="textAreaRight" fmla="*/ 405000 w 403560"/>
                <a:gd name="textAreaTop" fmla="*/ 0 h 145080"/>
                <a:gd name="textAreaBottom" fmla="*/ 146520 h 145080"/>
                <a:gd name="GluePoint1X" fmla="*/ 105 w 105"/>
                <a:gd name="GluePoint1Y" fmla="*/ 0 h 39"/>
                <a:gd name="GluePoint2X" fmla="*/ 105 w 105"/>
                <a:gd name="GluePoint2Y" fmla="*/ 2 h 39"/>
                <a:gd name="GluePoint3X" fmla="*/ 85 w 105"/>
                <a:gd name="GluePoint3Y" fmla="*/ 13 h 39"/>
                <a:gd name="GluePoint4X" fmla="*/ 0 w 105"/>
                <a:gd name="GluePoint4Y" fmla="*/ 39 h 39"/>
                <a:gd name="GluePoint5X" fmla="*/ 0 w 105"/>
                <a:gd name="GluePoint5Y" fmla="*/ 36 h 39"/>
                <a:gd name="GluePoint6X" fmla="*/ 60 w 105"/>
                <a:gd name="GluePoint6Y" fmla="*/ 24 h 39"/>
                <a:gd name="GluePoint7X" fmla="*/ 105 w 105"/>
                <a:gd name="GluePoint7Y" fmla="*/ 0 h 3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901" name="Freeform 69"/>
            <p:cNvSpPr/>
            <p:nvPr/>
          </p:nvSpPr>
          <p:spPr>
            <a:xfrm>
              <a:off x="-3600" y="713880"/>
              <a:ext cx="403560" cy="130680"/>
            </a:xfrm>
            <a:custGeom>
              <a:avLst/>
              <a:gdLst>
                <a:gd name="textAreaLeft" fmla="*/ 0 w 403560"/>
                <a:gd name="textAreaRight" fmla="*/ 405000 w 403560"/>
                <a:gd name="textAreaTop" fmla="*/ 0 h 130680"/>
                <a:gd name="textAreaBottom" fmla="*/ 132120 h 130680"/>
                <a:gd name="GluePoint1X" fmla="*/ 105 w 105"/>
                <a:gd name="GluePoint1Y" fmla="*/ 0 h 35"/>
                <a:gd name="GluePoint2X" fmla="*/ 105 w 105"/>
                <a:gd name="GluePoint2Y" fmla="*/ 2 h 35"/>
                <a:gd name="GluePoint3X" fmla="*/ 88 w 105"/>
                <a:gd name="GluePoint3Y" fmla="*/ 11 h 35"/>
                <a:gd name="GluePoint4X" fmla="*/ 0 w 105"/>
                <a:gd name="GluePoint4Y" fmla="*/ 34 h 35"/>
                <a:gd name="GluePoint5X" fmla="*/ 0 w 105"/>
                <a:gd name="GluePoint5Y" fmla="*/ 32 h 35"/>
                <a:gd name="GluePoint6X" fmla="*/ 63 w 105"/>
                <a:gd name="GluePoint6Y" fmla="*/ 21 h 35"/>
                <a:gd name="GluePoint7X" fmla="*/ 105 w 105"/>
                <a:gd name="GluePoint7Y" fmla="*/ 0 h 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902" name="Freeform 70"/>
            <p:cNvSpPr/>
            <p:nvPr/>
          </p:nvSpPr>
          <p:spPr>
            <a:xfrm>
              <a:off x="-3600" y="660960"/>
              <a:ext cx="403560" cy="123120"/>
            </a:xfrm>
            <a:custGeom>
              <a:avLst/>
              <a:gdLst>
                <a:gd name="textAreaLeft" fmla="*/ 0 w 403560"/>
                <a:gd name="textAreaRight" fmla="*/ 405000 w 403560"/>
                <a:gd name="textAreaTop" fmla="*/ 0 h 123120"/>
                <a:gd name="textAreaBottom" fmla="*/ 124560 h 123120"/>
                <a:gd name="GluePoint1X" fmla="*/ 105 w 105"/>
                <a:gd name="GluePoint1Y" fmla="*/ 0 h 33"/>
                <a:gd name="GluePoint2X" fmla="*/ 105 w 105"/>
                <a:gd name="GluePoint2Y" fmla="*/ 2 h 33"/>
                <a:gd name="GluePoint3X" fmla="*/ 91 w 105"/>
                <a:gd name="GluePoint3Y" fmla="*/ 10 h 33"/>
                <a:gd name="GluePoint4X" fmla="*/ 0 w 105"/>
                <a:gd name="GluePoint4Y" fmla="*/ 30 h 33"/>
                <a:gd name="GluePoint5X" fmla="*/ 0 w 105"/>
                <a:gd name="GluePoint5Y" fmla="*/ 28 h 33"/>
                <a:gd name="GluePoint6X" fmla="*/ 3 w 105"/>
                <a:gd name="GluePoint6Y" fmla="*/ 28 h 33"/>
                <a:gd name="GluePoint7X" fmla="*/ 67 w 105"/>
                <a:gd name="GluePoint7Y" fmla="*/ 19 h 33"/>
                <a:gd name="GluePoint8X" fmla="*/ 105 w 105"/>
                <a:gd name="GluePoint8Y" fmla="*/ 0 h 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lt1"/>
                </a:solidFill>
                <a:effectLst/>
                <a:uFillTx/>
                <a:latin typeface="Consolas"/>
              </a:endParaRPr>
            </a:p>
          </p:txBody>
        </p:sp>
        <p:sp>
          <p:nvSpPr>
            <p:cNvPr id="903" name="Freeform 71"/>
            <p:cNvSpPr/>
            <p:nvPr/>
          </p:nvSpPr>
          <p:spPr>
            <a:xfrm>
              <a:off x="-3600" y="657360"/>
              <a:ext cx="326880" cy="62640"/>
            </a:xfrm>
            <a:custGeom>
              <a:avLst/>
              <a:gdLst>
                <a:gd name="textAreaLeft" fmla="*/ 0 w 326880"/>
                <a:gd name="textAreaRight" fmla="*/ 328320 w 326880"/>
                <a:gd name="textAreaTop" fmla="*/ 0 h 62640"/>
                <a:gd name="textAreaBottom" fmla="*/ 64080 h 62640"/>
                <a:gd name="GluePoint1X" fmla="*/ 85 w 85"/>
                <a:gd name="GluePoint1Y" fmla="*/ 0 h 17"/>
                <a:gd name="GluePoint2X" fmla="*/ 0 w 85"/>
                <a:gd name="GluePoint2Y" fmla="*/ 14 h 17"/>
                <a:gd name="GluePoint3X" fmla="*/ 0 w 85"/>
                <a:gd name="GluePoint3Y" fmla="*/ 11 h 17"/>
                <a:gd name="GluePoint4X" fmla="*/ 8 w 85"/>
                <a:gd name="GluePoint4Y" fmla="*/ 12 h 17"/>
                <a:gd name="GluePoint5X" fmla="*/ 71 w 85"/>
                <a:gd name="GluePoint5Y" fmla="*/ 4 h 17"/>
                <a:gd name="GluePoint6X" fmla="*/ 80 w 85"/>
                <a:gd name="GluePoint6Y" fmla="*/ 0 h 17"/>
                <a:gd name="GluePoint7X" fmla="*/ 85 w 85"/>
                <a:gd name="GluePoint7Y" fmla="*/ 0 h 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32040" rIns="90000" bIns="32040" numCol="1" spcCol="0" anchor="t">
              <a:noAutofit/>
            </a:bodyPr>
            <a:lstStyle/>
            <a:p>
              <a:endParaRPr lang="da-DK" sz="1800" b="0" u="none" strike="noStrike">
                <a:solidFill>
                  <a:schemeClr val="lt1"/>
                </a:solidFill>
                <a:effectLst/>
                <a:uFillTx/>
                <a:latin typeface="Consolas"/>
              </a:endParaRPr>
            </a:p>
          </p:txBody>
        </p:sp>
      </p:grpSp>
      <p:sp>
        <p:nvSpPr>
          <p:cNvPr id="904" name="PlaceHolder 4"/>
          <p:cNvSpPr>
            <a:spLocks noGrp="1"/>
          </p:cNvSpPr>
          <p:nvPr>
            <p:ph type="pic" hasCustomPrompt="1"/>
          </p:nvPr>
        </p:nvSpPr>
        <p:spPr>
          <a:xfrm>
            <a:off x="5270400" y="0"/>
            <a:ext cx="6919920" cy="6856560"/>
          </a:xfrm>
          <a:prstGeom prst="rect">
            <a:avLst/>
          </a:prstGeom>
          <a:pattFill prst="wdUpDiag">
            <a:fgClr>
              <a:srgbClr val="211A52"/>
            </a:fgClr>
            <a:bgClr>
              <a:srgbClr val="FFFFFF"/>
            </a:bgClr>
          </a:pattFill>
          <a:ln w="0">
            <a:noFill/>
          </a:ln>
        </p:spPr>
        <p:txBody>
          <a:bodyPr lIns="90000" tIns="45000" rIns="90000" bIns="45000" anchor="ctr">
            <a:normAutofit/>
          </a:bodyPr>
          <a:lstStyle/>
          <a:p>
            <a:pPr indent="0" algn="l">
              <a:buNone/>
            </a:pPr>
            <a:r>
              <a:rPr lang="en-US" sz="1800" b="0" u="none" strike="noStrike">
                <a:solidFill>
                  <a:srgbClr val="000000"/>
                </a:solidFill>
                <a:effectLst/>
                <a:uFillTx/>
                <a:latin typeface="Arial"/>
              </a:rPr>
              <a:t>Double-click to add an Image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hyperlink" Target="https://www.programiz.com/c-programming/" TargetMode="External"/><Relationship Id="rId13" Type="http://schemas.openxmlformats.org/officeDocument/2006/relationships/image" Target="../media/image10.png"/><Relationship Id="rId3" Type="http://schemas.openxmlformats.org/officeDocument/2006/relationships/hyperlink" Target="https://manual.cs50.io/" TargetMode="External"/><Relationship Id="rId7" Type="http://schemas.openxmlformats.org/officeDocument/2006/relationships/hyperlink" Target="https://www.w3schools.com/c/index.php" TargetMode="External"/><Relationship Id="rId12" Type="http://schemas.openxmlformats.org/officeDocument/2006/relationships/hyperlink" Target="https://mermaid.live/" TargetMode="External"/><Relationship Id="rId2" Type="http://schemas.openxmlformats.org/officeDocument/2006/relationships/image" Target="../media/image5.emf"/><Relationship Id="rId1" Type="http://schemas.openxmlformats.org/officeDocument/2006/relationships/slideLayout" Target="../slideLayouts/slideLayout12.xml"/><Relationship Id="rId6" Type="http://schemas.openxmlformats.org/officeDocument/2006/relationships/hyperlink" Target="https://www.programiz.com/" TargetMode="External"/><Relationship Id="rId11" Type="http://schemas.openxmlformats.org/officeDocument/2006/relationships/hyperlink" Target="http://draw.io/" TargetMode="External"/><Relationship Id="rId5" Type="http://schemas.openxmlformats.org/officeDocument/2006/relationships/hyperlink" Target="https://en.cppreference.com/w/c" TargetMode="External"/><Relationship Id="rId10" Type="http://schemas.openxmlformats.org/officeDocument/2006/relationships/hyperlink" Target="https://www.arduino.cc/reference/en/" TargetMode="External"/><Relationship Id="rId4" Type="http://schemas.openxmlformats.org/officeDocument/2006/relationships/hyperlink" Target="https://www.gnu.org/software/gnu-c-manual/gnu-c-manual.pdf" TargetMode="External"/><Relationship Id="rId9" Type="http://schemas.openxmlformats.org/officeDocument/2006/relationships/hyperlink" Target="https://onecompiler.com/c" TargetMode="External"/><Relationship Id="rId1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hyperlink" Target="https://kbdk-aub.primo.exlibrisgroup.com/discovery/fulldisplay?docid=cdi_proquest_journals_203768499&amp;context=PC&amp;vid=45KBDK_AUB:AUB&amp;lang=da&amp;search_scope=MyInst_and_CI&amp;adaptor=Primo%20Central&amp;tab=Everything&amp;query=any,contains,Peer%20Learning%20and%20Assessment&amp;offset=0" TargetMode="External"/><Relationship Id="rId2" Type="http://schemas.openxmlformats.org/officeDocument/2006/relationships/image" Target="../media/image12.emf"/><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s://onecompiler.com/c/43tnvw67g" TargetMode="Externa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hyperlink" Target="https://manual.cs50.io/" TargetMode="External"/><Relationship Id="rId4" Type="http://schemas.openxmlformats.org/officeDocument/2006/relationships/hyperlink" Target="https://onecompiler.com/c"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s://onecompiler.com/c/43tnzt8mh" TargetMode="Externa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naming-convention-in-c/" TargetMode="Externa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hyperlink" Target="https://onecompiler.com/c/43tp3dbhw" TargetMode="Externa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s://onecompiler.com/c/43tp5jg89" TargetMode="Externa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s://onecompiler.com/c/43tp4pmu8" TargetMode="External"/><Relationship Id="rId1" Type="http://schemas.openxmlformats.org/officeDocument/2006/relationships/slideLayout" Target="../slideLayouts/slideLayout12.xml"/><Relationship Id="rId5" Type="http://schemas.openxmlformats.org/officeDocument/2006/relationships/hyperlink" Target="https://www.gnu.org/software/gnu-c-manual/gnu-c-manual.pdf" TargetMode="Externa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s://onecompiler.com/c/42f4xua4t" TargetMode="Externa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s://onecompiler.com/c/42f8k3f6f" TargetMode="Externa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hyperlink" Target="https://www.tutorialspoint.com/c_programming_examples/" TargetMode="External"/><Relationship Id="rId2" Type="http://schemas.openxmlformats.org/officeDocument/2006/relationships/hyperlink" Target="https://www.tutorialspoint.com/learn_c_by_examples/index.htm" TargetMode="Externa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emf"/><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emf"/><Relationship Id="rId1" Type="http://schemas.openxmlformats.org/officeDocument/2006/relationships/slideLayout" Target="../slideLayouts/slideLayout5.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hyperlink" Target="https://visualstudio.microsof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5" name="Pladsholder til billede 33"/>
          <p:cNvPicPr/>
          <p:nvPr/>
        </p:nvPicPr>
        <p:blipFill>
          <a:blip r:embed="rId2"/>
          <a:stretch/>
        </p:blipFill>
        <p:spPr>
          <a:xfrm>
            <a:off x="0" y="0"/>
            <a:ext cx="12190680" cy="6856560"/>
          </a:xfrm>
          <a:prstGeom prst="rect">
            <a:avLst/>
          </a:prstGeom>
          <a:noFill/>
          <a:ln w="0">
            <a:noFill/>
          </a:ln>
        </p:spPr>
      </p:pic>
      <p:sp>
        <p:nvSpPr>
          <p:cNvPr id="906" name="PlaceHolder 1"/>
          <p:cNvSpPr>
            <a:spLocks noGrp="1"/>
          </p:cNvSpPr>
          <p:nvPr>
            <p:ph type="title" hasCustomPrompt="1"/>
          </p:nvPr>
        </p:nvSpPr>
        <p:spPr>
          <a:xfrm>
            <a:off x="2441520" y="2676600"/>
            <a:ext cx="7339680" cy="671760"/>
          </a:xfrm>
          <a:prstGeom prst="rect">
            <a:avLst/>
          </a:prstGeom>
          <a:solidFill>
            <a:schemeClr val="lt1"/>
          </a:solidFill>
          <a:ln w="0">
            <a:noFill/>
          </a:ln>
        </p:spPr>
        <p:txBody>
          <a:bodyPr lIns="0" tIns="108000" rIns="0" bIns="0" anchor="t">
            <a:noAutofit/>
          </a:bodyPr>
          <a:lstStyle/>
          <a:p>
            <a:pPr indent="0" algn="ctr" defTabSz="914400">
              <a:lnSpc>
                <a:spcPct val="100000"/>
              </a:lnSpc>
              <a:buNone/>
              <a:tabLst>
                <a:tab pos="0" algn="l"/>
              </a:tabLst>
            </a:pPr>
            <a:r>
              <a:rPr lang="da-DK" sz="2800" b="1" u="none" strike="noStrike" spc="300">
                <a:solidFill>
                  <a:schemeClr val="dk1"/>
                </a:solidFill>
                <a:effectLst/>
                <a:uFillTx/>
                <a:latin typeface="Consolas"/>
              </a:rPr>
              <a:t>Programmering 1</a:t>
            </a:r>
            <a:endParaRPr lang="en-US" sz="2800" b="1" u="none" strike="noStrike" spc="300">
              <a:solidFill>
                <a:schemeClr val="dk1"/>
              </a:solidFill>
              <a:effectLst/>
              <a:uFillTx/>
              <a:latin typeface="Consolas"/>
            </a:endParaRPr>
          </a:p>
        </p:txBody>
      </p:sp>
      <p:sp>
        <p:nvSpPr>
          <p:cNvPr id="907" name="PlaceHolder 2"/>
          <p:cNvSpPr>
            <a:spLocks noGrp="1"/>
          </p:cNvSpPr>
          <p:nvPr>
            <p:ph hasCustomPrompt="1"/>
          </p:nvPr>
        </p:nvSpPr>
        <p:spPr>
          <a:xfrm>
            <a:off x="2441520" y="3282120"/>
            <a:ext cx="7339680" cy="411480"/>
          </a:xfrm>
          <a:prstGeom prst="rect">
            <a:avLst/>
          </a:prstGeom>
          <a:solidFill>
            <a:schemeClr val="lt1"/>
          </a:solidFill>
          <a:ln w="0">
            <a:noFill/>
          </a:ln>
        </p:spPr>
        <p:txBody>
          <a:bodyPr lIns="0" tIns="45720" rIns="0" bIns="45720" anchor="t">
            <a:noAutofit/>
          </a:bodyPr>
          <a:lstStyle/>
          <a:p>
            <a:pPr indent="0" algn="ctr" defTabSz="914400">
              <a:lnSpc>
                <a:spcPct val="120000"/>
              </a:lnSpc>
              <a:spcBef>
                <a:spcPts val="1001"/>
              </a:spcBef>
              <a:buNone/>
              <a:tabLst>
                <a:tab pos="0" algn="l"/>
              </a:tabLst>
            </a:pPr>
            <a:r>
              <a:rPr lang="da-DK" sz="1800" b="0" u="none" strike="noStrike" spc="300">
                <a:solidFill>
                  <a:schemeClr val="dk1"/>
                </a:solidFill>
                <a:effectLst/>
                <a:uFillTx/>
                <a:latin typeface="Consolas"/>
              </a:rPr>
              <a:t>Online Compiler</a:t>
            </a:r>
          </a:p>
        </p:txBody>
      </p:sp>
      <p:grpSp>
        <p:nvGrpSpPr>
          <p:cNvPr id="908" name="Gruppe 9"/>
          <p:cNvGrpSpPr/>
          <p:nvPr/>
        </p:nvGrpSpPr>
        <p:grpSpPr>
          <a:xfrm>
            <a:off x="5466600" y="6027120"/>
            <a:ext cx="1271160" cy="667440"/>
            <a:chOff x="5466600" y="6027120"/>
            <a:chExt cx="1271160" cy="667440"/>
          </a:xfrm>
        </p:grpSpPr>
        <p:grpSp>
          <p:nvGrpSpPr>
            <p:cNvPr id="909" name="Gruppe 10"/>
            <p:cNvGrpSpPr/>
            <p:nvPr/>
          </p:nvGrpSpPr>
          <p:grpSpPr>
            <a:xfrm>
              <a:off x="5466600" y="6631920"/>
              <a:ext cx="1271160" cy="62640"/>
              <a:chOff x="5466600" y="6631920"/>
              <a:chExt cx="1271160" cy="62640"/>
            </a:xfrm>
          </p:grpSpPr>
          <p:sp>
            <p:nvSpPr>
              <p:cNvPr id="910" name="Freeform 29"/>
              <p:cNvSpPr/>
              <p:nvPr/>
            </p:nvSpPr>
            <p:spPr>
              <a:xfrm>
                <a:off x="5466600" y="6631920"/>
                <a:ext cx="56520" cy="60120"/>
              </a:xfrm>
              <a:custGeom>
                <a:avLst/>
                <a:gdLst>
                  <a:gd name="textAreaLeft" fmla="*/ 0 w 56520"/>
                  <a:gd name="textAreaRight" fmla="*/ 57960 w 5652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8440" tIns="30600" rIns="28440" bIns="30600" numCol="1" spcCol="0" anchor="t">
                <a:noAutofit/>
              </a:bodyPr>
              <a:lstStyle/>
              <a:p>
                <a:endParaRPr lang="da-DK" sz="1800" b="0" u="none" strike="noStrike">
                  <a:solidFill>
                    <a:schemeClr val="dk1"/>
                  </a:solidFill>
                  <a:effectLst/>
                  <a:uFillTx/>
                  <a:latin typeface="Consolas"/>
                </a:endParaRPr>
              </a:p>
            </p:txBody>
          </p:sp>
          <p:sp>
            <p:nvSpPr>
              <p:cNvPr id="911" name="Freeform 30"/>
              <p:cNvSpPr/>
              <p:nvPr/>
            </p:nvSpPr>
            <p:spPr>
              <a:xfrm>
                <a:off x="5544720" y="6631920"/>
                <a:ext cx="57600" cy="60120"/>
              </a:xfrm>
              <a:custGeom>
                <a:avLst/>
                <a:gdLst>
                  <a:gd name="textAreaLeft" fmla="*/ 0 w 57600"/>
                  <a:gd name="textAreaRight" fmla="*/ 59040 w 57600"/>
                  <a:gd name="textAreaTop" fmla="*/ 0 h 60120"/>
                  <a:gd name="textAreaBottom" fmla="*/ 61560 h 60120"/>
                  <a:gd name="GluePoint1X" fmla="*/ 8 w 22"/>
                  <a:gd name="GluePoint1Y" fmla="*/ 0 h 23"/>
                  <a:gd name="GluePoint2X" fmla="*/ 8 w 22"/>
                  <a:gd name="GluePoint2Y" fmla="*/ 0 h 23"/>
                  <a:gd name="GluePoint3X" fmla="*/ 14 w 22"/>
                  <a:gd name="GluePoint3Y" fmla="*/ 0 h 23"/>
                  <a:gd name="GluePoint4X" fmla="*/ 14 w 22"/>
                  <a:gd name="GluePoint4Y" fmla="*/ 0 h 23"/>
                  <a:gd name="GluePoint5X" fmla="*/ 22 w 22"/>
                  <a:gd name="GluePoint5Y" fmla="*/ 23 h 23"/>
                  <a:gd name="GluePoint6X" fmla="*/ 22 w 22"/>
                  <a:gd name="GluePoint6Y" fmla="*/ 23 h 23"/>
                  <a:gd name="GluePoint7X" fmla="*/ 16 w 22"/>
                  <a:gd name="GluePoint7Y" fmla="*/ 23 h 23"/>
                  <a:gd name="GluePoint8X" fmla="*/ 16 w 22"/>
                  <a:gd name="GluePoint8Y" fmla="*/ 23 h 23"/>
                  <a:gd name="GluePoint9X" fmla="*/ 15 w 22"/>
                  <a:gd name="GluePoint9Y" fmla="*/ 19 h 23"/>
                  <a:gd name="GluePoint10X" fmla="*/ 7 w 22"/>
                  <a:gd name="GluePoint10Y" fmla="*/ 19 h 23"/>
                  <a:gd name="GluePoint11X" fmla="*/ 6 w 22"/>
                  <a:gd name="GluePoint11Y" fmla="*/ 23 h 23"/>
                  <a:gd name="GluePoint12X" fmla="*/ 6 w 22"/>
                  <a:gd name="GluePoint12Y" fmla="*/ 23 h 23"/>
                  <a:gd name="GluePoint13X" fmla="*/ 0 w 22"/>
                  <a:gd name="GluePoint13Y" fmla="*/ 23 h 23"/>
                  <a:gd name="GluePoint14X" fmla="*/ 0 w 22"/>
                  <a:gd name="GluePoint14Y" fmla="*/ 23 h 23"/>
                  <a:gd name="GluePoint15X" fmla="*/ 8 w 22"/>
                  <a:gd name="GluePoint15Y" fmla="*/ 0 h 23"/>
                  <a:gd name="GluePoint16X" fmla="*/ 13 w 22"/>
                  <a:gd name="GluePoint16Y" fmla="*/ 14 h 23"/>
                  <a:gd name="GluePoint17X" fmla="*/ 11 w 22"/>
                  <a:gd name="GluePoint17Y" fmla="*/ 7 h 23"/>
                  <a:gd name="GluePoint18X" fmla="*/ 11 w 22"/>
                  <a:gd name="GluePoint18Y" fmla="*/ 7 h 23"/>
                  <a:gd name="GluePoint19X" fmla="*/ 9 w 22"/>
                  <a:gd name="GluePoint19Y" fmla="*/ 14 h 23"/>
                  <a:gd name="GluePoint20X" fmla="*/ 13 w 22"/>
                  <a:gd name="GluePoint20Y" fmla="*/ 14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Lst>
                <a:rect l="textAreaLeft" t="textAreaTop" r="textAreaRight" b="textAreaBottom"/>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8800" tIns="30600" rIns="28800" bIns="30600" numCol="1" spcCol="0" anchor="t">
                <a:noAutofit/>
              </a:bodyPr>
              <a:lstStyle/>
              <a:p>
                <a:endParaRPr lang="da-DK" sz="1800" b="0" u="none" strike="noStrike">
                  <a:solidFill>
                    <a:schemeClr val="dk1"/>
                  </a:solidFill>
                  <a:effectLst/>
                  <a:uFillTx/>
                  <a:latin typeface="Consolas"/>
                </a:endParaRPr>
              </a:p>
            </p:txBody>
          </p:sp>
          <p:sp>
            <p:nvSpPr>
              <p:cNvPr id="912" name="Freeform 31"/>
              <p:cNvSpPr/>
              <p:nvPr/>
            </p:nvSpPr>
            <p:spPr>
              <a:xfrm>
                <a:off x="5627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6 w 16"/>
                  <a:gd name="GluePoint3Y" fmla="*/ 0 h 23"/>
                  <a:gd name="GluePoint4X" fmla="*/ 6 w 16"/>
                  <a:gd name="GluePoint4Y" fmla="*/ 0 h 23"/>
                  <a:gd name="GluePoint5X" fmla="*/ 6 w 16"/>
                  <a:gd name="GluePoint5Y" fmla="*/ 18 h 23"/>
                  <a:gd name="GluePoint6X" fmla="*/ 6 w 16"/>
                  <a:gd name="GluePoint6Y" fmla="*/ 18 h 23"/>
                  <a:gd name="GluePoint7X" fmla="*/ 16 w 16"/>
                  <a:gd name="GluePoint7Y" fmla="*/ 18 h 23"/>
                  <a:gd name="GluePoint8X" fmla="*/ 16 w 16"/>
                  <a:gd name="GluePoint8Y" fmla="*/ 18 h 23"/>
                  <a:gd name="GluePoint9X" fmla="*/ 16 w 16"/>
                  <a:gd name="GluePoint9Y" fmla="*/ 23 h 23"/>
                  <a:gd name="GluePoint10X" fmla="*/ 16 w 16"/>
                  <a:gd name="GluePoint10Y" fmla="*/ 23 h 23"/>
                  <a:gd name="GluePoint11X" fmla="*/ 0 w 16"/>
                  <a:gd name="GluePoint11Y" fmla="*/ 23 h 23"/>
                  <a:gd name="GluePoint12X" fmla="*/ 0 w 16"/>
                  <a:gd name="GluePoint12Y" fmla="*/ 23 h 23"/>
                  <a:gd name="GluePoint13X" fmla="*/ 0 w 16"/>
                  <a:gd name="GluePoint13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913" name="Freeform 32"/>
              <p:cNvSpPr/>
              <p:nvPr/>
            </p:nvSpPr>
            <p:spPr>
              <a:xfrm>
                <a:off x="5695200" y="6631920"/>
                <a:ext cx="43560" cy="60120"/>
              </a:xfrm>
              <a:custGeom>
                <a:avLst/>
                <a:gdLst>
                  <a:gd name="textAreaLeft" fmla="*/ 0 w 43560"/>
                  <a:gd name="textAreaRight" fmla="*/ 45000 w 43560"/>
                  <a:gd name="textAreaTop" fmla="*/ 0 h 60120"/>
                  <a:gd name="textAreaBottom" fmla="*/ 61560 h 60120"/>
                  <a:gd name="GluePoint1X" fmla="*/ 0 w 17"/>
                  <a:gd name="GluePoint1Y" fmla="*/ 0 h 23"/>
                  <a:gd name="GluePoint2X" fmla="*/ 0 w 17"/>
                  <a:gd name="GluePoint2Y" fmla="*/ 0 h 23"/>
                  <a:gd name="GluePoint3X" fmla="*/ 9 w 17"/>
                  <a:gd name="GluePoint3Y" fmla="*/ 0 h 23"/>
                  <a:gd name="GluePoint4X" fmla="*/ 17 w 17"/>
                  <a:gd name="GluePoint4Y" fmla="*/ 6 h 23"/>
                  <a:gd name="GluePoint5X" fmla="*/ 14 w 17"/>
                  <a:gd name="GluePoint5Y" fmla="*/ 11 h 23"/>
                  <a:gd name="GluePoint6X" fmla="*/ 14 w 17"/>
                  <a:gd name="GluePoint6Y" fmla="*/ 11 h 23"/>
                  <a:gd name="GluePoint7X" fmla="*/ 17 w 17"/>
                  <a:gd name="GluePoint7Y" fmla="*/ 17 h 23"/>
                  <a:gd name="GluePoint8X" fmla="*/ 9 w 17"/>
                  <a:gd name="GluePoint8Y" fmla="*/ 23 h 23"/>
                  <a:gd name="GluePoint9X" fmla="*/ 0 w 17"/>
                  <a:gd name="GluePoint9Y" fmla="*/ 23 h 23"/>
                  <a:gd name="GluePoint10X" fmla="*/ 0 w 17"/>
                  <a:gd name="GluePoint10Y" fmla="*/ 23 h 23"/>
                  <a:gd name="GluePoint11X" fmla="*/ 0 w 17"/>
                  <a:gd name="GluePoint11Y" fmla="*/ 0 h 23"/>
                  <a:gd name="GluePoint12X" fmla="*/ 8 w 17"/>
                  <a:gd name="GluePoint12Y" fmla="*/ 9 h 23"/>
                  <a:gd name="GluePoint13X" fmla="*/ 11 w 17"/>
                  <a:gd name="GluePoint13Y" fmla="*/ 7 h 23"/>
                  <a:gd name="GluePoint14X" fmla="*/ 8 w 17"/>
                  <a:gd name="GluePoint14Y" fmla="*/ 5 h 23"/>
                  <a:gd name="GluePoint15X" fmla="*/ 6 w 17"/>
                  <a:gd name="GluePoint15Y" fmla="*/ 5 h 23"/>
                  <a:gd name="GluePoint16X" fmla="*/ 6 w 17"/>
                  <a:gd name="GluePoint16Y" fmla="*/ 5 h 23"/>
                  <a:gd name="GluePoint17X" fmla="*/ 6 w 17"/>
                  <a:gd name="GluePoint17Y" fmla="*/ 9 h 23"/>
                  <a:gd name="GluePoint18X" fmla="*/ 6 w 17"/>
                  <a:gd name="GluePoint18Y" fmla="*/ 9 h 23"/>
                  <a:gd name="GluePoint19X" fmla="*/ 8 w 17"/>
                  <a:gd name="GluePoint19Y" fmla="*/ 9 h 23"/>
                  <a:gd name="GluePoint20X" fmla="*/ 6 w 17"/>
                  <a:gd name="GluePoint20Y" fmla="*/ 19 h 23"/>
                  <a:gd name="GluePoint21X" fmla="*/ 9 w 17"/>
                  <a:gd name="GluePoint21Y" fmla="*/ 19 h 23"/>
                  <a:gd name="GluePoint22X" fmla="*/ 11 w 17"/>
                  <a:gd name="GluePoint22Y" fmla="*/ 16 h 23"/>
                  <a:gd name="GluePoint23X" fmla="*/ 9 w 17"/>
                  <a:gd name="GluePoint23Y" fmla="*/ 14 h 23"/>
                  <a:gd name="GluePoint24X" fmla="*/ 6 w 17"/>
                  <a:gd name="GluePoint24Y" fmla="*/ 14 h 23"/>
                  <a:gd name="GluePoint25X" fmla="*/ 6 w 17"/>
                  <a:gd name="GluePoint25Y" fmla="*/ 14 h 23"/>
                  <a:gd name="GluePoint26X" fmla="*/ 6 w 17"/>
                  <a:gd name="GluePoint26Y" fmla="*/ 19 h 23"/>
                  <a:gd name="GluePoint27X" fmla="*/ 6 w 17"/>
                  <a:gd name="GluePoint27Y" fmla="*/ 19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Lst>
                <a:rect l="textAreaLeft" t="textAreaTop" r="textAreaRight" b="textAreaBottom"/>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1960" tIns="30600" rIns="21960" bIns="30600" numCol="1" spcCol="0" anchor="t">
                <a:noAutofit/>
              </a:bodyPr>
              <a:lstStyle/>
              <a:p>
                <a:endParaRPr lang="da-DK" sz="1800" b="0" u="none" strike="noStrike">
                  <a:solidFill>
                    <a:schemeClr val="dk1"/>
                  </a:solidFill>
                  <a:effectLst/>
                  <a:uFillTx/>
                  <a:latin typeface="Consolas"/>
                </a:endParaRPr>
              </a:p>
            </p:txBody>
          </p:sp>
          <p:sp>
            <p:nvSpPr>
              <p:cNvPr id="914" name="Freeform 33"/>
              <p:cNvSpPr/>
              <p:nvPr/>
            </p:nvSpPr>
            <p:spPr>
              <a:xfrm>
                <a:off x="5766840" y="6631920"/>
                <a:ext cx="46080" cy="62640"/>
              </a:xfrm>
              <a:custGeom>
                <a:avLst/>
                <a:gdLst>
                  <a:gd name="textAreaLeft" fmla="*/ 0 w 46080"/>
                  <a:gd name="textAreaRight" fmla="*/ 47520 w 46080"/>
                  <a:gd name="textAreaTop" fmla="*/ 0 h 62640"/>
                  <a:gd name="textAreaBottom" fmla="*/ 64080 h 62640"/>
                  <a:gd name="GluePoint1X" fmla="*/ 0 w 18"/>
                  <a:gd name="GluePoint1Y" fmla="*/ 18 h 24"/>
                  <a:gd name="GluePoint2X" fmla="*/ 0 w 18"/>
                  <a:gd name="GluePoint2Y" fmla="*/ 12 h 24"/>
                  <a:gd name="GluePoint3X" fmla="*/ 0 w 18"/>
                  <a:gd name="GluePoint3Y" fmla="*/ 5 h 24"/>
                  <a:gd name="GluePoint4X" fmla="*/ 9 w 18"/>
                  <a:gd name="GluePoint4Y" fmla="*/ 0 h 24"/>
                  <a:gd name="GluePoint5X" fmla="*/ 18 w 18"/>
                  <a:gd name="GluePoint5Y" fmla="*/ 5 h 24"/>
                  <a:gd name="GluePoint6X" fmla="*/ 18 w 18"/>
                  <a:gd name="GluePoint6Y" fmla="*/ 12 h 24"/>
                  <a:gd name="GluePoint7X" fmla="*/ 18 w 18"/>
                  <a:gd name="GluePoint7Y" fmla="*/ 18 h 24"/>
                  <a:gd name="GluePoint8X" fmla="*/ 9 w 18"/>
                  <a:gd name="GluePoint8Y" fmla="*/ 24 h 24"/>
                  <a:gd name="GluePoint9X" fmla="*/ 0 w 18"/>
                  <a:gd name="GluePoint9Y" fmla="*/ 18 h 24"/>
                  <a:gd name="GluePoint10X" fmla="*/ 12 w 18"/>
                  <a:gd name="GluePoint10Y" fmla="*/ 16 h 24"/>
                  <a:gd name="GluePoint11X" fmla="*/ 12 w 18"/>
                  <a:gd name="GluePoint11Y" fmla="*/ 12 h 24"/>
                  <a:gd name="GluePoint12X" fmla="*/ 12 w 18"/>
                  <a:gd name="GluePoint12Y" fmla="*/ 7 h 24"/>
                  <a:gd name="GluePoint13X" fmla="*/ 9 w 18"/>
                  <a:gd name="GluePoint13Y" fmla="*/ 5 h 24"/>
                  <a:gd name="GluePoint14X" fmla="*/ 6 w 18"/>
                  <a:gd name="GluePoint14Y" fmla="*/ 7 h 24"/>
                  <a:gd name="GluePoint15X" fmla="*/ 6 w 18"/>
                  <a:gd name="GluePoint15Y" fmla="*/ 12 h 24"/>
                  <a:gd name="GluePoint16X" fmla="*/ 6 w 18"/>
                  <a:gd name="GluePoint16Y" fmla="*/ 16 h 24"/>
                  <a:gd name="GluePoint17X" fmla="*/ 9 w 18"/>
                  <a:gd name="GluePoint17Y" fmla="*/ 18 h 24"/>
                  <a:gd name="GluePoint18X" fmla="*/ 12 w 18"/>
                  <a:gd name="GluePoint18Y" fmla="*/ 16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Lst>
                <a:rect l="textAreaLeft" t="textAreaTop" r="textAreaRight" b="textAreaBottom"/>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3040" tIns="32040" rIns="23040" bIns="32040" numCol="1" spcCol="0" anchor="t">
                <a:noAutofit/>
              </a:bodyPr>
              <a:lstStyle/>
              <a:p>
                <a:endParaRPr lang="da-DK" sz="1800" b="0" u="none" strike="noStrike">
                  <a:solidFill>
                    <a:schemeClr val="dk1"/>
                  </a:solidFill>
                  <a:effectLst/>
                  <a:uFillTx/>
                  <a:latin typeface="Consolas"/>
                </a:endParaRPr>
              </a:p>
            </p:txBody>
          </p:sp>
          <p:sp>
            <p:nvSpPr>
              <p:cNvPr id="915" name="Freeform 34"/>
              <p:cNvSpPr/>
              <p:nvPr/>
            </p:nvSpPr>
            <p:spPr>
              <a:xfrm>
                <a:off x="5840280" y="6631920"/>
                <a:ext cx="48600" cy="60120"/>
              </a:xfrm>
              <a:custGeom>
                <a:avLst/>
                <a:gdLst>
                  <a:gd name="textAreaLeft" fmla="*/ 0 w 48600"/>
                  <a:gd name="textAreaRight" fmla="*/ 50040 w 48600"/>
                  <a:gd name="textAreaTop" fmla="*/ 0 h 60120"/>
                  <a:gd name="textAreaBottom" fmla="*/ 61560 h 60120"/>
                  <a:gd name="GluePoint1X" fmla="*/ 13 w 19"/>
                  <a:gd name="GluePoint1Y" fmla="*/ 23 h 23"/>
                  <a:gd name="GluePoint2X" fmla="*/ 12 w 19"/>
                  <a:gd name="GluePoint2Y" fmla="*/ 23 h 23"/>
                  <a:gd name="GluePoint3X" fmla="*/ 9 w 19"/>
                  <a:gd name="GluePoint3Y" fmla="*/ 15 h 23"/>
                  <a:gd name="GluePoint4X" fmla="*/ 7 w 19"/>
                  <a:gd name="GluePoint4Y" fmla="*/ 15 h 23"/>
                  <a:gd name="GluePoint5X" fmla="*/ 6 w 19"/>
                  <a:gd name="GluePoint5Y" fmla="*/ 15 h 23"/>
                  <a:gd name="GluePoint6X" fmla="*/ 6 w 19"/>
                  <a:gd name="GluePoint6Y" fmla="*/ 23 h 23"/>
                  <a:gd name="GluePoint7X" fmla="*/ 6 w 19"/>
                  <a:gd name="GluePoint7Y" fmla="*/ 23 h 23"/>
                  <a:gd name="GluePoint8X" fmla="*/ 1 w 19"/>
                  <a:gd name="GluePoint8Y" fmla="*/ 23 h 23"/>
                  <a:gd name="GluePoint9X" fmla="*/ 0 w 19"/>
                  <a:gd name="GluePoint9Y" fmla="*/ 23 h 23"/>
                  <a:gd name="GluePoint10X" fmla="*/ 0 w 19"/>
                  <a:gd name="GluePoint10Y" fmla="*/ 0 h 23"/>
                  <a:gd name="GluePoint11X" fmla="*/ 1 w 19"/>
                  <a:gd name="GluePoint11Y" fmla="*/ 0 h 23"/>
                  <a:gd name="GluePoint12X" fmla="*/ 10 w 19"/>
                  <a:gd name="GluePoint12Y" fmla="*/ 0 h 23"/>
                  <a:gd name="GluePoint13X" fmla="*/ 19 w 19"/>
                  <a:gd name="GluePoint13Y" fmla="*/ 8 h 23"/>
                  <a:gd name="GluePoint14X" fmla="*/ 15 w 19"/>
                  <a:gd name="GluePoint14Y" fmla="*/ 14 h 23"/>
                  <a:gd name="GluePoint15X" fmla="*/ 19 w 19"/>
                  <a:gd name="GluePoint15Y" fmla="*/ 23 h 23"/>
                  <a:gd name="GluePoint16X" fmla="*/ 19 w 19"/>
                  <a:gd name="GluePoint16Y" fmla="*/ 23 h 23"/>
                  <a:gd name="GluePoint17X" fmla="*/ 13 w 19"/>
                  <a:gd name="GluePoint17Y" fmla="*/ 23 h 23"/>
                  <a:gd name="GluePoint18X" fmla="*/ 13 w 19"/>
                  <a:gd name="GluePoint18Y" fmla="*/ 8 h 23"/>
                  <a:gd name="GluePoint19X" fmla="*/ 10 w 19"/>
                  <a:gd name="GluePoint19Y" fmla="*/ 5 h 23"/>
                  <a:gd name="GluePoint20X" fmla="*/ 7 w 19"/>
                  <a:gd name="GluePoint20Y" fmla="*/ 5 h 23"/>
                  <a:gd name="GluePoint21X" fmla="*/ 6 w 19"/>
                  <a:gd name="GluePoint21Y" fmla="*/ 5 h 23"/>
                  <a:gd name="GluePoint22X" fmla="*/ 6 w 19"/>
                  <a:gd name="GluePoint22Y" fmla="*/ 10 h 23"/>
                  <a:gd name="GluePoint23X" fmla="*/ 7 w 19"/>
                  <a:gd name="GluePoint23Y" fmla="*/ 10 h 23"/>
                  <a:gd name="GluePoint24X" fmla="*/ 10 w 19"/>
                  <a:gd name="GluePoint24Y" fmla="*/ 10 h 23"/>
                  <a:gd name="GluePoint25X" fmla="*/ 13 w 19"/>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916" name="Freeform 35"/>
              <p:cNvSpPr/>
              <p:nvPr/>
            </p:nvSpPr>
            <p:spPr>
              <a:xfrm>
                <a:off x="5914800" y="6631920"/>
                <a:ext cx="48600" cy="62640"/>
              </a:xfrm>
              <a:custGeom>
                <a:avLst/>
                <a:gdLst>
                  <a:gd name="textAreaLeft" fmla="*/ 0 w 48600"/>
                  <a:gd name="textAreaRight" fmla="*/ 50040 w 48600"/>
                  <a:gd name="textAreaTop" fmla="*/ 0 h 62640"/>
                  <a:gd name="textAreaBottom" fmla="*/ 64080 h 62640"/>
                  <a:gd name="GluePoint1X" fmla="*/ 0 w 19"/>
                  <a:gd name="GluePoint1Y" fmla="*/ 12 h 24"/>
                  <a:gd name="GluePoint2X" fmla="*/ 1 w 19"/>
                  <a:gd name="GluePoint2Y" fmla="*/ 5 h 24"/>
                  <a:gd name="GluePoint3X" fmla="*/ 9 w 19"/>
                  <a:gd name="GluePoint3Y" fmla="*/ 0 h 24"/>
                  <a:gd name="GluePoint4X" fmla="*/ 18 w 19"/>
                  <a:gd name="GluePoint4Y" fmla="*/ 5 h 24"/>
                  <a:gd name="GluePoint5X" fmla="*/ 18 w 19"/>
                  <a:gd name="GluePoint5Y" fmla="*/ 5 h 24"/>
                  <a:gd name="GluePoint6X" fmla="*/ 13 w 19"/>
                  <a:gd name="GluePoint6Y" fmla="*/ 7 h 24"/>
                  <a:gd name="GluePoint7X" fmla="*/ 13 w 19"/>
                  <a:gd name="GluePoint7Y" fmla="*/ 7 h 24"/>
                  <a:gd name="GluePoint8X" fmla="*/ 9 w 19"/>
                  <a:gd name="GluePoint8Y" fmla="*/ 5 h 24"/>
                  <a:gd name="GluePoint9X" fmla="*/ 6 w 19"/>
                  <a:gd name="GluePoint9Y" fmla="*/ 7 h 24"/>
                  <a:gd name="GluePoint10X" fmla="*/ 6 w 19"/>
                  <a:gd name="GluePoint10Y" fmla="*/ 12 h 24"/>
                  <a:gd name="GluePoint11X" fmla="*/ 6 w 19"/>
                  <a:gd name="GluePoint11Y" fmla="*/ 16 h 24"/>
                  <a:gd name="GluePoint12X" fmla="*/ 9 w 19"/>
                  <a:gd name="GluePoint12Y" fmla="*/ 18 h 24"/>
                  <a:gd name="GluePoint13X" fmla="*/ 13 w 19"/>
                  <a:gd name="GluePoint13Y" fmla="*/ 17 h 24"/>
                  <a:gd name="GluePoint14X" fmla="*/ 13 w 19"/>
                  <a:gd name="GluePoint14Y" fmla="*/ 15 h 24"/>
                  <a:gd name="GluePoint15X" fmla="*/ 13 w 19"/>
                  <a:gd name="GluePoint15Y" fmla="*/ 15 h 24"/>
                  <a:gd name="GluePoint16X" fmla="*/ 10 w 19"/>
                  <a:gd name="GluePoint16Y" fmla="*/ 15 h 24"/>
                  <a:gd name="GluePoint17X" fmla="*/ 10 w 19"/>
                  <a:gd name="GluePoint17Y" fmla="*/ 14 h 24"/>
                  <a:gd name="GluePoint18X" fmla="*/ 10 w 19"/>
                  <a:gd name="GluePoint18Y" fmla="*/ 11 h 24"/>
                  <a:gd name="GluePoint19X" fmla="*/ 10 w 19"/>
                  <a:gd name="GluePoint19Y" fmla="*/ 10 h 24"/>
                  <a:gd name="GluePoint20X" fmla="*/ 18 w 19"/>
                  <a:gd name="GluePoint20Y" fmla="*/ 10 h 24"/>
                  <a:gd name="GluePoint21X" fmla="*/ 19 w 19"/>
                  <a:gd name="GluePoint21Y" fmla="*/ 11 h 24"/>
                  <a:gd name="GluePoint22X" fmla="*/ 19 w 19"/>
                  <a:gd name="GluePoint22Y" fmla="*/ 12 h 24"/>
                  <a:gd name="GluePoint23X" fmla="*/ 18 w 19"/>
                  <a:gd name="GluePoint23Y" fmla="*/ 18 h 24"/>
                  <a:gd name="GluePoint24X" fmla="*/ 9 w 19"/>
                  <a:gd name="GluePoint24Y" fmla="*/ 24 h 24"/>
                  <a:gd name="GluePoint25X" fmla="*/ 1 w 19"/>
                  <a:gd name="GluePoint25Y" fmla="*/ 18 h 24"/>
                  <a:gd name="GluePoint26X" fmla="*/ 0 w 19"/>
                  <a:gd name="GluePoint26Y" fmla="*/ 12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Lst>
                <a:rect l="textAreaLeft" t="textAreaTop" r="textAreaRight" b="textAreaBottom"/>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917" name="Freeform 36"/>
              <p:cNvSpPr/>
              <p:nvPr/>
            </p:nvSpPr>
            <p:spPr>
              <a:xfrm>
                <a:off x="6027840" y="6631920"/>
                <a:ext cx="48600" cy="62640"/>
              </a:xfrm>
              <a:custGeom>
                <a:avLst/>
                <a:gdLst>
                  <a:gd name="textAreaLeft" fmla="*/ 0 w 48600"/>
                  <a:gd name="textAreaRight" fmla="*/ 50040 w 48600"/>
                  <a:gd name="textAreaTop" fmla="*/ 0 h 62640"/>
                  <a:gd name="textAreaBottom" fmla="*/ 64080 h 62640"/>
                  <a:gd name="GluePoint1X" fmla="*/ 0 w 19"/>
                  <a:gd name="GluePoint1Y" fmla="*/ 14 h 24"/>
                  <a:gd name="GluePoint2X" fmla="*/ 0 w 19"/>
                  <a:gd name="GluePoint2Y" fmla="*/ 0 h 24"/>
                  <a:gd name="GluePoint3X" fmla="*/ 1 w 19"/>
                  <a:gd name="GluePoint3Y" fmla="*/ 0 h 24"/>
                  <a:gd name="GluePoint4X" fmla="*/ 6 w 19"/>
                  <a:gd name="GluePoint4Y" fmla="*/ 0 h 24"/>
                  <a:gd name="GluePoint5X" fmla="*/ 6 w 19"/>
                  <a:gd name="GluePoint5Y" fmla="*/ 0 h 24"/>
                  <a:gd name="GluePoint6X" fmla="*/ 6 w 19"/>
                  <a:gd name="GluePoint6Y" fmla="*/ 15 h 24"/>
                  <a:gd name="GluePoint7X" fmla="*/ 10 w 19"/>
                  <a:gd name="GluePoint7Y" fmla="*/ 18 h 24"/>
                  <a:gd name="GluePoint8X" fmla="*/ 13 w 19"/>
                  <a:gd name="GluePoint8Y" fmla="*/ 15 h 24"/>
                  <a:gd name="GluePoint9X" fmla="*/ 13 w 19"/>
                  <a:gd name="GluePoint9Y" fmla="*/ 0 h 24"/>
                  <a:gd name="GluePoint10X" fmla="*/ 13 w 19"/>
                  <a:gd name="GluePoint10Y" fmla="*/ 0 h 24"/>
                  <a:gd name="GluePoint11X" fmla="*/ 19 w 19"/>
                  <a:gd name="GluePoint11Y" fmla="*/ 0 h 24"/>
                  <a:gd name="GluePoint12X" fmla="*/ 19 w 19"/>
                  <a:gd name="GluePoint12Y" fmla="*/ 0 h 24"/>
                  <a:gd name="GluePoint13X" fmla="*/ 19 w 19"/>
                  <a:gd name="GluePoint13Y" fmla="*/ 14 h 24"/>
                  <a:gd name="GluePoint14X" fmla="*/ 10 w 19"/>
                  <a:gd name="GluePoint14Y" fmla="*/ 24 h 24"/>
                  <a:gd name="GluePoint15X" fmla="*/ 0 w 19"/>
                  <a:gd name="GluePoint15Y" fmla="*/ 14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918" name="Freeform 37"/>
              <p:cNvSpPr/>
              <p:nvPr/>
            </p:nvSpPr>
            <p:spPr>
              <a:xfrm>
                <a:off x="6103440" y="6631920"/>
                <a:ext cx="48600" cy="60120"/>
              </a:xfrm>
              <a:custGeom>
                <a:avLst/>
                <a:gdLst>
                  <a:gd name="textAreaLeft" fmla="*/ 0 w 48600"/>
                  <a:gd name="textAreaRight" fmla="*/ 50040 w 48600"/>
                  <a:gd name="textAreaTop" fmla="*/ 0 h 60120"/>
                  <a:gd name="textAreaBottom" fmla="*/ 61560 h 60120"/>
                  <a:gd name="GluePoint1X" fmla="*/ 0 w 19"/>
                  <a:gd name="GluePoint1Y" fmla="*/ 0 h 23"/>
                  <a:gd name="GluePoint2X" fmla="*/ 1 w 19"/>
                  <a:gd name="GluePoint2Y" fmla="*/ 0 h 23"/>
                  <a:gd name="GluePoint3X" fmla="*/ 6 w 19"/>
                  <a:gd name="GluePoint3Y" fmla="*/ 0 h 23"/>
                  <a:gd name="GluePoint4X" fmla="*/ 6 w 19"/>
                  <a:gd name="GluePoint4Y" fmla="*/ 0 h 23"/>
                  <a:gd name="GluePoint5X" fmla="*/ 13 w 19"/>
                  <a:gd name="GluePoint5Y" fmla="*/ 14 h 23"/>
                  <a:gd name="GluePoint6X" fmla="*/ 13 w 19"/>
                  <a:gd name="GluePoint6Y" fmla="*/ 14 h 23"/>
                  <a:gd name="GluePoint7X" fmla="*/ 13 w 19"/>
                  <a:gd name="GluePoint7Y" fmla="*/ 0 h 23"/>
                  <a:gd name="GluePoint8X" fmla="*/ 14 w 19"/>
                  <a:gd name="GluePoint8Y" fmla="*/ 0 h 23"/>
                  <a:gd name="GluePoint9X" fmla="*/ 18 w 19"/>
                  <a:gd name="GluePoint9Y" fmla="*/ 0 h 23"/>
                  <a:gd name="GluePoint10X" fmla="*/ 19 w 19"/>
                  <a:gd name="GluePoint10Y" fmla="*/ 0 h 23"/>
                  <a:gd name="GluePoint11X" fmla="*/ 19 w 19"/>
                  <a:gd name="GluePoint11Y" fmla="*/ 23 h 23"/>
                  <a:gd name="GluePoint12X" fmla="*/ 18 w 19"/>
                  <a:gd name="GluePoint12Y" fmla="*/ 23 h 23"/>
                  <a:gd name="GluePoint13X" fmla="*/ 13 w 19"/>
                  <a:gd name="GluePoint13Y" fmla="*/ 23 h 23"/>
                  <a:gd name="GluePoint14X" fmla="*/ 13 w 19"/>
                  <a:gd name="GluePoint14Y" fmla="*/ 23 h 23"/>
                  <a:gd name="GluePoint15X" fmla="*/ 6 w 19"/>
                  <a:gd name="GluePoint15Y" fmla="*/ 10 h 23"/>
                  <a:gd name="GluePoint16X" fmla="*/ 6 w 19"/>
                  <a:gd name="GluePoint16Y" fmla="*/ 10 h 23"/>
                  <a:gd name="GluePoint17X" fmla="*/ 6 w 19"/>
                  <a:gd name="GluePoint17Y" fmla="*/ 23 h 23"/>
                  <a:gd name="GluePoint18X" fmla="*/ 5 w 19"/>
                  <a:gd name="GluePoint18Y" fmla="*/ 23 h 23"/>
                  <a:gd name="GluePoint19X" fmla="*/ 1 w 19"/>
                  <a:gd name="GluePoint19Y" fmla="*/ 23 h 23"/>
                  <a:gd name="GluePoint20X" fmla="*/ 0 w 19"/>
                  <a:gd name="GluePoint20Y" fmla="*/ 23 h 23"/>
                  <a:gd name="GluePoint21X" fmla="*/ 0 w 19"/>
                  <a:gd name="GluePoint21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919" name="Freeform 38"/>
              <p:cNvSpPr/>
              <p:nvPr/>
            </p:nvSpPr>
            <p:spPr>
              <a:xfrm>
                <a:off x="618048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920" name="Freeform 39"/>
              <p:cNvSpPr/>
              <p:nvPr/>
            </p:nvSpPr>
            <p:spPr>
              <a:xfrm>
                <a:off x="6220440" y="6631920"/>
                <a:ext cx="53640" cy="60120"/>
              </a:xfrm>
              <a:custGeom>
                <a:avLst/>
                <a:gdLst>
                  <a:gd name="textAreaLeft" fmla="*/ 0 w 53640"/>
                  <a:gd name="textAreaRight" fmla="*/ 55080 w 53640"/>
                  <a:gd name="textAreaTop" fmla="*/ 0 h 60120"/>
                  <a:gd name="textAreaBottom" fmla="*/ 61560 h 60120"/>
                  <a:gd name="GluePoint1X" fmla="*/ 8 w 21"/>
                  <a:gd name="GluePoint1Y" fmla="*/ 23 h 23"/>
                  <a:gd name="GluePoint2X" fmla="*/ 8 w 21"/>
                  <a:gd name="GluePoint2Y" fmla="*/ 23 h 23"/>
                  <a:gd name="GluePoint3X" fmla="*/ 0 w 21"/>
                  <a:gd name="GluePoint3Y" fmla="*/ 1 h 23"/>
                  <a:gd name="GluePoint4X" fmla="*/ 1 w 21"/>
                  <a:gd name="GluePoint4Y" fmla="*/ 0 h 23"/>
                  <a:gd name="GluePoint5X" fmla="*/ 6 w 21"/>
                  <a:gd name="GluePoint5Y" fmla="*/ 0 h 23"/>
                  <a:gd name="GluePoint6X" fmla="*/ 7 w 21"/>
                  <a:gd name="GluePoint6Y" fmla="*/ 0 h 23"/>
                  <a:gd name="GluePoint7X" fmla="*/ 11 w 21"/>
                  <a:gd name="GluePoint7Y" fmla="*/ 14 h 23"/>
                  <a:gd name="GluePoint8X" fmla="*/ 11 w 21"/>
                  <a:gd name="GluePoint8Y" fmla="*/ 14 h 23"/>
                  <a:gd name="GluePoint9X" fmla="*/ 15 w 21"/>
                  <a:gd name="GluePoint9Y" fmla="*/ 0 h 23"/>
                  <a:gd name="GluePoint10X" fmla="*/ 15 w 21"/>
                  <a:gd name="GluePoint10Y" fmla="*/ 0 h 23"/>
                  <a:gd name="GluePoint11X" fmla="*/ 21 w 21"/>
                  <a:gd name="GluePoint11Y" fmla="*/ 0 h 23"/>
                  <a:gd name="GluePoint12X" fmla="*/ 21 w 21"/>
                  <a:gd name="GluePoint12Y" fmla="*/ 1 h 23"/>
                  <a:gd name="GluePoint13X" fmla="*/ 14 w 21"/>
                  <a:gd name="GluePoint13Y" fmla="*/ 23 h 23"/>
                  <a:gd name="GluePoint14X" fmla="*/ 13 w 21"/>
                  <a:gd name="GluePoint14Y" fmla="*/ 23 h 23"/>
                  <a:gd name="GluePoint15X" fmla="*/ 8 w 21"/>
                  <a:gd name="GluePoint15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Lst>
                <a:rect l="textAreaLeft" t="textAreaTop" r="textAreaRight" b="textAreaBottom"/>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7000" tIns="30600" rIns="27000" bIns="30600" numCol="1" spcCol="0" anchor="t">
                <a:noAutofit/>
              </a:bodyPr>
              <a:lstStyle/>
              <a:p>
                <a:endParaRPr lang="da-DK" sz="1800" b="0" u="none" strike="noStrike">
                  <a:solidFill>
                    <a:schemeClr val="dk1"/>
                  </a:solidFill>
                  <a:effectLst/>
                  <a:uFillTx/>
                  <a:latin typeface="Consolas"/>
                </a:endParaRPr>
              </a:p>
            </p:txBody>
          </p:sp>
          <p:sp>
            <p:nvSpPr>
              <p:cNvPr id="921" name="Freeform 40"/>
              <p:cNvSpPr/>
              <p:nvPr/>
            </p:nvSpPr>
            <p:spPr>
              <a:xfrm>
                <a:off x="62985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6 w 16"/>
                  <a:gd name="GluePoint3Y" fmla="*/ 0 h 23"/>
                  <a:gd name="GluePoint4X" fmla="*/ 16 w 16"/>
                  <a:gd name="GluePoint4Y" fmla="*/ 0 h 23"/>
                  <a:gd name="GluePoint5X" fmla="*/ 16 w 16"/>
                  <a:gd name="GluePoint5Y" fmla="*/ 5 h 23"/>
                  <a:gd name="GluePoint6X" fmla="*/ 16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6 w 16"/>
                  <a:gd name="GluePoint19Y" fmla="*/ 18 h 23"/>
                  <a:gd name="GluePoint20X" fmla="*/ 16 w 16"/>
                  <a:gd name="GluePoint20Y" fmla="*/ 19 h 23"/>
                  <a:gd name="GluePoint21X" fmla="*/ 16 w 16"/>
                  <a:gd name="GluePoint21Y" fmla="*/ 23 h 23"/>
                  <a:gd name="GluePoint22X" fmla="*/ 16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922" name="Freeform 41"/>
              <p:cNvSpPr/>
              <p:nvPr/>
            </p:nvSpPr>
            <p:spPr>
              <a:xfrm>
                <a:off x="6368040" y="6631920"/>
                <a:ext cx="46080" cy="60120"/>
              </a:xfrm>
              <a:custGeom>
                <a:avLst/>
                <a:gdLst>
                  <a:gd name="textAreaLeft" fmla="*/ 0 w 46080"/>
                  <a:gd name="textAreaRight" fmla="*/ 47520 w 46080"/>
                  <a:gd name="textAreaTop" fmla="*/ 0 h 60120"/>
                  <a:gd name="textAreaBottom" fmla="*/ 61560 h 60120"/>
                  <a:gd name="GluePoint1X" fmla="*/ 12 w 18"/>
                  <a:gd name="GluePoint1Y" fmla="*/ 23 h 23"/>
                  <a:gd name="GluePoint2X" fmla="*/ 12 w 18"/>
                  <a:gd name="GluePoint2Y" fmla="*/ 23 h 23"/>
                  <a:gd name="GluePoint3X" fmla="*/ 8 w 18"/>
                  <a:gd name="GluePoint3Y" fmla="*/ 15 h 23"/>
                  <a:gd name="GluePoint4X" fmla="*/ 6 w 18"/>
                  <a:gd name="GluePoint4Y" fmla="*/ 15 h 23"/>
                  <a:gd name="GluePoint5X" fmla="*/ 6 w 18"/>
                  <a:gd name="GluePoint5Y" fmla="*/ 15 h 23"/>
                  <a:gd name="GluePoint6X" fmla="*/ 6 w 18"/>
                  <a:gd name="GluePoint6Y" fmla="*/ 23 h 23"/>
                  <a:gd name="GluePoint7X" fmla="*/ 5 w 18"/>
                  <a:gd name="GluePoint7Y" fmla="*/ 23 h 23"/>
                  <a:gd name="GluePoint8X" fmla="*/ 0 w 18"/>
                  <a:gd name="GluePoint8Y" fmla="*/ 23 h 23"/>
                  <a:gd name="GluePoint9X" fmla="*/ 0 w 18"/>
                  <a:gd name="GluePoint9Y" fmla="*/ 23 h 23"/>
                  <a:gd name="GluePoint10X" fmla="*/ 0 w 18"/>
                  <a:gd name="GluePoint10Y" fmla="*/ 0 h 23"/>
                  <a:gd name="GluePoint11X" fmla="*/ 0 w 18"/>
                  <a:gd name="GluePoint11Y" fmla="*/ 0 h 23"/>
                  <a:gd name="GluePoint12X" fmla="*/ 10 w 18"/>
                  <a:gd name="GluePoint12Y" fmla="*/ 0 h 23"/>
                  <a:gd name="GluePoint13X" fmla="*/ 18 w 18"/>
                  <a:gd name="GluePoint13Y" fmla="*/ 8 h 23"/>
                  <a:gd name="GluePoint14X" fmla="*/ 14 w 18"/>
                  <a:gd name="GluePoint14Y" fmla="*/ 14 h 23"/>
                  <a:gd name="GluePoint15X" fmla="*/ 18 w 18"/>
                  <a:gd name="GluePoint15Y" fmla="*/ 23 h 23"/>
                  <a:gd name="GluePoint16X" fmla="*/ 18 w 18"/>
                  <a:gd name="GluePoint16Y" fmla="*/ 23 h 23"/>
                  <a:gd name="GluePoint17X" fmla="*/ 12 w 18"/>
                  <a:gd name="GluePoint17Y" fmla="*/ 23 h 23"/>
                  <a:gd name="GluePoint18X" fmla="*/ 12 w 18"/>
                  <a:gd name="GluePoint18Y" fmla="*/ 8 h 23"/>
                  <a:gd name="GluePoint19X" fmla="*/ 9 w 18"/>
                  <a:gd name="GluePoint19Y" fmla="*/ 5 h 23"/>
                  <a:gd name="GluePoint20X" fmla="*/ 6 w 18"/>
                  <a:gd name="GluePoint20Y" fmla="*/ 5 h 23"/>
                  <a:gd name="GluePoint21X" fmla="*/ 6 w 18"/>
                  <a:gd name="GluePoint21Y" fmla="*/ 5 h 23"/>
                  <a:gd name="GluePoint22X" fmla="*/ 6 w 18"/>
                  <a:gd name="GluePoint22Y" fmla="*/ 10 h 23"/>
                  <a:gd name="GluePoint23X" fmla="*/ 6 w 18"/>
                  <a:gd name="GluePoint23Y" fmla="*/ 10 h 23"/>
                  <a:gd name="GluePoint24X" fmla="*/ 9 w 18"/>
                  <a:gd name="GluePoint24Y" fmla="*/ 10 h 23"/>
                  <a:gd name="GluePoint25X" fmla="*/ 12 w 18"/>
                  <a:gd name="GluePoint25Y" fmla="*/ 8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3040" tIns="30600" rIns="23040" bIns="30600" numCol="1" spcCol="0" anchor="t">
                <a:noAutofit/>
              </a:bodyPr>
              <a:lstStyle/>
              <a:p>
                <a:endParaRPr lang="da-DK" sz="1800" b="0" u="none" strike="noStrike">
                  <a:solidFill>
                    <a:schemeClr val="dk1"/>
                  </a:solidFill>
                  <a:effectLst/>
                  <a:uFillTx/>
                  <a:latin typeface="Consolas"/>
                </a:endParaRPr>
              </a:p>
            </p:txBody>
          </p:sp>
          <p:sp>
            <p:nvSpPr>
              <p:cNvPr id="923" name="Freeform 42"/>
              <p:cNvSpPr/>
              <p:nvPr/>
            </p:nvSpPr>
            <p:spPr>
              <a:xfrm>
                <a:off x="6438600" y="6631920"/>
                <a:ext cx="48600" cy="62640"/>
              </a:xfrm>
              <a:custGeom>
                <a:avLst/>
                <a:gdLst>
                  <a:gd name="textAreaLeft" fmla="*/ 0 w 48600"/>
                  <a:gd name="textAreaRight" fmla="*/ 50040 w 48600"/>
                  <a:gd name="textAreaTop" fmla="*/ 0 h 62640"/>
                  <a:gd name="textAreaBottom" fmla="*/ 64080 h 62640"/>
                  <a:gd name="GluePoint1X" fmla="*/ 0 w 19"/>
                  <a:gd name="GluePoint1Y" fmla="*/ 20 h 24"/>
                  <a:gd name="GluePoint2X" fmla="*/ 0 w 19"/>
                  <a:gd name="GluePoint2Y" fmla="*/ 20 h 24"/>
                  <a:gd name="GluePoint3X" fmla="*/ 3 w 19"/>
                  <a:gd name="GluePoint3Y" fmla="*/ 16 h 24"/>
                  <a:gd name="GluePoint4X" fmla="*/ 3 w 19"/>
                  <a:gd name="GluePoint4Y" fmla="*/ 16 h 24"/>
                  <a:gd name="GluePoint5X" fmla="*/ 9 w 19"/>
                  <a:gd name="GluePoint5Y" fmla="*/ 19 h 24"/>
                  <a:gd name="GluePoint6X" fmla="*/ 13 w 19"/>
                  <a:gd name="GluePoint6Y" fmla="*/ 16 h 24"/>
                  <a:gd name="GluePoint7X" fmla="*/ 10 w 19"/>
                  <a:gd name="GluePoint7Y" fmla="*/ 14 h 24"/>
                  <a:gd name="GluePoint8X" fmla="*/ 8 w 19"/>
                  <a:gd name="GluePoint8Y" fmla="*/ 14 h 24"/>
                  <a:gd name="GluePoint9X" fmla="*/ 1 w 19"/>
                  <a:gd name="GluePoint9Y" fmla="*/ 7 h 24"/>
                  <a:gd name="GluePoint10X" fmla="*/ 9 w 19"/>
                  <a:gd name="GluePoint10Y" fmla="*/ 0 h 24"/>
                  <a:gd name="GluePoint11X" fmla="*/ 18 w 19"/>
                  <a:gd name="GluePoint11Y" fmla="*/ 2 h 24"/>
                  <a:gd name="GluePoint12X" fmla="*/ 18 w 19"/>
                  <a:gd name="GluePoint12Y" fmla="*/ 3 h 24"/>
                  <a:gd name="GluePoint13X" fmla="*/ 15 w 19"/>
                  <a:gd name="GluePoint13Y" fmla="*/ 7 h 24"/>
                  <a:gd name="GluePoint14X" fmla="*/ 15 w 19"/>
                  <a:gd name="GluePoint14Y" fmla="*/ 7 h 24"/>
                  <a:gd name="GluePoint15X" fmla="*/ 9 w 19"/>
                  <a:gd name="GluePoint15Y" fmla="*/ 5 h 24"/>
                  <a:gd name="GluePoint16X" fmla="*/ 7 w 19"/>
                  <a:gd name="GluePoint16Y" fmla="*/ 7 h 24"/>
                  <a:gd name="GluePoint17X" fmla="*/ 10 w 19"/>
                  <a:gd name="GluePoint17Y" fmla="*/ 9 h 24"/>
                  <a:gd name="GluePoint18X" fmla="*/ 11 w 19"/>
                  <a:gd name="GluePoint18Y" fmla="*/ 9 h 24"/>
                  <a:gd name="GluePoint19X" fmla="*/ 19 w 19"/>
                  <a:gd name="GluePoint19Y" fmla="*/ 16 h 24"/>
                  <a:gd name="GluePoint20X" fmla="*/ 9 w 19"/>
                  <a:gd name="GluePoint20Y" fmla="*/ 24 h 24"/>
                  <a:gd name="GluePoint21X" fmla="*/ 0 w 19"/>
                  <a:gd name="GluePoint21Y" fmla="*/ 20 h 2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Lst>
                <a:rect l="textAreaLeft" t="textAreaTop" r="textAreaRight" b="textAreaBottom"/>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2040" rIns="24480" bIns="32040" numCol="1" spcCol="0" anchor="t">
                <a:noAutofit/>
              </a:bodyPr>
              <a:lstStyle/>
              <a:p>
                <a:endParaRPr lang="da-DK" sz="1800" b="0" u="none" strike="noStrike">
                  <a:solidFill>
                    <a:schemeClr val="dk1"/>
                  </a:solidFill>
                  <a:effectLst/>
                  <a:uFillTx/>
                  <a:latin typeface="Consolas"/>
                </a:endParaRPr>
              </a:p>
            </p:txBody>
          </p:sp>
          <p:sp>
            <p:nvSpPr>
              <p:cNvPr id="924" name="Freeform 43"/>
              <p:cNvSpPr/>
              <p:nvPr/>
            </p:nvSpPr>
            <p:spPr>
              <a:xfrm>
                <a:off x="6513120" y="6631920"/>
                <a:ext cx="14040" cy="60120"/>
              </a:xfrm>
              <a:custGeom>
                <a:avLst/>
                <a:gdLst>
                  <a:gd name="textAreaLeft" fmla="*/ 0 w 14040"/>
                  <a:gd name="textAreaRight" fmla="*/ 15480 w 14040"/>
                  <a:gd name="textAreaTop" fmla="*/ 0 h 60120"/>
                  <a:gd name="textAreaBottom" fmla="*/ 61560 h 60120"/>
                  <a:gd name="GluePoint1X" fmla="*/ 0 w 6"/>
                  <a:gd name="GluePoint1Y" fmla="*/ 0 h 23"/>
                  <a:gd name="GluePoint2X" fmla="*/ 1 w 6"/>
                  <a:gd name="GluePoint2Y" fmla="*/ 0 h 23"/>
                  <a:gd name="GluePoint3X" fmla="*/ 6 w 6"/>
                  <a:gd name="GluePoint3Y" fmla="*/ 0 h 23"/>
                  <a:gd name="GluePoint4X" fmla="*/ 6 w 6"/>
                  <a:gd name="GluePoint4Y" fmla="*/ 0 h 23"/>
                  <a:gd name="GluePoint5X" fmla="*/ 6 w 6"/>
                  <a:gd name="GluePoint5Y" fmla="*/ 23 h 23"/>
                  <a:gd name="GluePoint6X" fmla="*/ 6 w 6"/>
                  <a:gd name="GluePoint6Y" fmla="*/ 23 h 23"/>
                  <a:gd name="GluePoint7X" fmla="*/ 1 w 6"/>
                  <a:gd name="GluePoint7Y" fmla="*/ 23 h 23"/>
                  <a:gd name="GluePoint8X" fmla="*/ 0 w 6"/>
                  <a:gd name="GluePoint8Y" fmla="*/ 23 h 23"/>
                  <a:gd name="GluePoint9X" fmla="*/ 0 w 6"/>
                  <a:gd name="GluePoint9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7200" tIns="30600" rIns="7200" bIns="30600" numCol="1" spcCol="0" anchor="t">
                <a:noAutofit/>
              </a:bodyPr>
              <a:lstStyle/>
              <a:p>
                <a:endParaRPr lang="da-DK" sz="1800" b="0" u="none" strike="noStrike">
                  <a:solidFill>
                    <a:schemeClr val="dk1"/>
                  </a:solidFill>
                  <a:effectLst/>
                  <a:uFillTx/>
                  <a:latin typeface="Consolas"/>
                </a:endParaRPr>
              </a:p>
            </p:txBody>
          </p:sp>
          <p:sp>
            <p:nvSpPr>
              <p:cNvPr id="925" name="Freeform 44"/>
              <p:cNvSpPr/>
              <p:nvPr/>
            </p:nvSpPr>
            <p:spPr>
              <a:xfrm>
                <a:off x="655164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7 w 19"/>
                  <a:gd name="GluePoint3Y" fmla="*/ 23 h 23"/>
                  <a:gd name="GluePoint4X" fmla="*/ 7 w 19"/>
                  <a:gd name="GluePoint4Y" fmla="*/ 23 h 23"/>
                  <a:gd name="GluePoint5X" fmla="*/ 7 w 19"/>
                  <a:gd name="GluePoint5Y" fmla="*/ 23 h 23"/>
                  <a:gd name="GluePoint6X" fmla="*/ 7 w 19"/>
                  <a:gd name="GluePoint6Y" fmla="*/ 6 h 23"/>
                  <a:gd name="GluePoint7X" fmla="*/ 6 w 19"/>
                  <a:gd name="GluePoint7Y" fmla="*/ 5 h 23"/>
                  <a:gd name="GluePoint8X" fmla="*/ 6 w 19"/>
                  <a:gd name="GluePoint8Y" fmla="*/ 5 h 23"/>
                  <a:gd name="GluePoint9X" fmla="*/ 1 w 19"/>
                  <a:gd name="GluePoint9Y" fmla="*/ 5 h 23"/>
                  <a:gd name="GluePoint10X" fmla="*/ 1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1 w 19"/>
                  <a:gd name="GluePoint16Y" fmla="*/ 0 h 23"/>
                  <a:gd name="GluePoint17X" fmla="*/ 1 w 19"/>
                  <a:gd name="GluePoint17Y" fmla="*/ 0 h 23"/>
                  <a:gd name="GluePoint18X" fmla="*/ 18 w 19"/>
                  <a:gd name="GluePoint18Y" fmla="*/ 0 h 23"/>
                  <a:gd name="GluePoint19X" fmla="*/ 19 w 19"/>
                  <a:gd name="GluePoint19Y" fmla="*/ 0 h 23"/>
                  <a:gd name="GluePoint20X" fmla="*/ 19 w 19"/>
                  <a:gd name="GluePoint20Y" fmla="*/ 0 h 23"/>
                  <a:gd name="GluePoint21X" fmla="*/ 19 w 19"/>
                  <a:gd name="GluePoint21Y" fmla="*/ 0 h 23"/>
                  <a:gd name="GluePoint22X" fmla="*/ 19 w 19"/>
                  <a:gd name="GluePoint22Y" fmla="*/ 5 h 23"/>
                  <a:gd name="GluePoint23X" fmla="*/ 19 w 19"/>
                  <a:gd name="GluePoint23Y" fmla="*/ 5 h 23"/>
                  <a:gd name="GluePoint24X" fmla="*/ 19 w 19"/>
                  <a:gd name="GluePoint24Y" fmla="*/ 5 h 23"/>
                  <a:gd name="GluePoint25X" fmla="*/ 18 w 19"/>
                  <a:gd name="GluePoint25Y" fmla="*/ 5 h 23"/>
                  <a:gd name="GluePoint26X" fmla="*/ 13 w 19"/>
                  <a:gd name="GluePoint26Y" fmla="*/ 5 h 23"/>
                  <a:gd name="GluePoint27X" fmla="*/ 13 w 19"/>
                  <a:gd name="GluePoint27Y" fmla="*/ 5 h 23"/>
                  <a:gd name="GluePoint28X" fmla="*/ 13 w 19"/>
                  <a:gd name="GluePoint28Y" fmla="*/ 6 h 23"/>
                  <a:gd name="GluePoint29X" fmla="*/ 13 w 19"/>
                  <a:gd name="GluePoint29Y" fmla="*/ 6 h 23"/>
                  <a:gd name="GluePoint30X" fmla="*/ 13 w 19"/>
                  <a:gd name="GluePoint30Y" fmla="*/ 23 h 23"/>
                  <a:gd name="GluePoint31X" fmla="*/ 13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sp>
            <p:nvSpPr>
              <p:cNvPr id="926" name="Freeform 45"/>
              <p:cNvSpPr/>
              <p:nvPr/>
            </p:nvSpPr>
            <p:spPr>
              <a:xfrm>
                <a:off x="6626160" y="6631920"/>
                <a:ext cx="41040" cy="60120"/>
              </a:xfrm>
              <a:custGeom>
                <a:avLst/>
                <a:gdLst>
                  <a:gd name="textAreaLeft" fmla="*/ 0 w 41040"/>
                  <a:gd name="textAreaRight" fmla="*/ 42480 w 41040"/>
                  <a:gd name="textAreaTop" fmla="*/ 0 h 60120"/>
                  <a:gd name="textAreaBottom" fmla="*/ 61560 h 60120"/>
                  <a:gd name="GluePoint1X" fmla="*/ 0 w 16"/>
                  <a:gd name="GluePoint1Y" fmla="*/ 0 h 23"/>
                  <a:gd name="GluePoint2X" fmla="*/ 0 w 16"/>
                  <a:gd name="GluePoint2Y" fmla="*/ 0 h 23"/>
                  <a:gd name="GluePoint3X" fmla="*/ 15 w 16"/>
                  <a:gd name="GluePoint3Y" fmla="*/ 0 h 23"/>
                  <a:gd name="GluePoint4X" fmla="*/ 16 w 16"/>
                  <a:gd name="GluePoint4Y" fmla="*/ 0 h 23"/>
                  <a:gd name="GluePoint5X" fmla="*/ 16 w 16"/>
                  <a:gd name="GluePoint5Y" fmla="*/ 5 h 23"/>
                  <a:gd name="GluePoint6X" fmla="*/ 15 w 16"/>
                  <a:gd name="GluePoint6Y" fmla="*/ 5 h 23"/>
                  <a:gd name="GluePoint7X" fmla="*/ 6 w 16"/>
                  <a:gd name="GluePoint7Y" fmla="*/ 5 h 23"/>
                  <a:gd name="GluePoint8X" fmla="*/ 6 w 16"/>
                  <a:gd name="GluePoint8Y" fmla="*/ 5 h 23"/>
                  <a:gd name="GluePoint9X" fmla="*/ 6 w 16"/>
                  <a:gd name="GluePoint9Y" fmla="*/ 9 h 23"/>
                  <a:gd name="GluePoint10X" fmla="*/ 6 w 16"/>
                  <a:gd name="GluePoint10Y" fmla="*/ 9 h 23"/>
                  <a:gd name="GluePoint11X" fmla="*/ 14 w 16"/>
                  <a:gd name="GluePoint11Y" fmla="*/ 9 h 23"/>
                  <a:gd name="GluePoint12X" fmla="*/ 14 w 16"/>
                  <a:gd name="GluePoint12Y" fmla="*/ 9 h 23"/>
                  <a:gd name="GluePoint13X" fmla="*/ 14 w 16"/>
                  <a:gd name="GluePoint13Y" fmla="*/ 14 h 23"/>
                  <a:gd name="GluePoint14X" fmla="*/ 14 w 16"/>
                  <a:gd name="GluePoint14Y" fmla="*/ 14 h 23"/>
                  <a:gd name="GluePoint15X" fmla="*/ 6 w 16"/>
                  <a:gd name="GluePoint15Y" fmla="*/ 14 h 23"/>
                  <a:gd name="GluePoint16X" fmla="*/ 6 w 16"/>
                  <a:gd name="GluePoint16Y" fmla="*/ 14 h 23"/>
                  <a:gd name="GluePoint17X" fmla="*/ 6 w 16"/>
                  <a:gd name="GluePoint17Y" fmla="*/ 18 h 23"/>
                  <a:gd name="GluePoint18X" fmla="*/ 6 w 16"/>
                  <a:gd name="GluePoint18Y" fmla="*/ 18 h 23"/>
                  <a:gd name="GluePoint19X" fmla="*/ 15 w 16"/>
                  <a:gd name="GluePoint19Y" fmla="*/ 18 h 23"/>
                  <a:gd name="GluePoint20X" fmla="*/ 16 w 16"/>
                  <a:gd name="GluePoint20Y" fmla="*/ 19 h 23"/>
                  <a:gd name="GluePoint21X" fmla="*/ 16 w 16"/>
                  <a:gd name="GluePoint21Y" fmla="*/ 23 h 23"/>
                  <a:gd name="GluePoint22X" fmla="*/ 15 w 16"/>
                  <a:gd name="GluePoint22Y" fmla="*/ 23 h 23"/>
                  <a:gd name="GluePoint23X" fmla="*/ 0 w 16"/>
                  <a:gd name="GluePoint23Y" fmla="*/ 23 h 23"/>
                  <a:gd name="GluePoint24X" fmla="*/ 0 w 16"/>
                  <a:gd name="GluePoint24Y" fmla="*/ 23 h 23"/>
                  <a:gd name="GluePoint25X" fmla="*/ 0 w 16"/>
                  <a:gd name="GluePoint25Y" fmla="*/ 0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Lst>
                <a:rect l="textAreaLeft" t="textAreaTop" r="textAreaRight" b="textAreaBottom"/>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0520" tIns="30600" rIns="20520" bIns="30600" numCol="1" spcCol="0" anchor="t">
                <a:noAutofit/>
              </a:bodyPr>
              <a:lstStyle/>
              <a:p>
                <a:endParaRPr lang="da-DK" sz="1800" b="0" u="none" strike="noStrike">
                  <a:solidFill>
                    <a:schemeClr val="dk1"/>
                  </a:solidFill>
                  <a:effectLst/>
                  <a:uFillTx/>
                  <a:latin typeface="Consolas"/>
                </a:endParaRPr>
              </a:p>
            </p:txBody>
          </p:sp>
          <p:sp>
            <p:nvSpPr>
              <p:cNvPr id="927" name="Freeform 46"/>
              <p:cNvSpPr/>
              <p:nvPr/>
            </p:nvSpPr>
            <p:spPr>
              <a:xfrm>
                <a:off x="6689160" y="6631920"/>
                <a:ext cx="48600" cy="60120"/>
              </a:xfrm>
              <a:custGeom>
                <a:avLst/>
                <a:gdLst>
                  <a:gd name="textAreaLeft" fmla="*/ 0 w 48600"/>
                  <a:gd name="textAreaRight" fmla="*/ 50040 w 48600"/>
                  <a:gd name="textAreaTop" fmla="*/ 0 h 60120"/>
                  <a:gd name="textAreaBottom" fmla="*/ 61560 h 60120"/>
                  <a:gd name="GluePoint1X" fmla="*/ 7 w 19"/>
                  <a:gd name="GluePoint1Y" fmla="*/ 23 h 23"/>
                  <a:gd name="GluePoint2X" fmla="*/ 7 w 19"/>
                  <a:gd name="GluePoint2Y" fmla="*/ 23 h 23"/>
                  <a:gd name="GluePoint3X" fmla="*/ 6 w 19"/>
                  <a:gd name="GluePoint3Y" fmla="*/ 23 h 23"/>
                  <a:gd name="GluePoint4X" fmla="*/ 6 w 19"/>
                  <a:gd name="GluePoint4Y" fmla="*/ 23 h 23"/>
                  <a:gd name="GluePoint5X" fmla="*/ 6 w 19"/>
                  <a:gd name="GluePoint5Y" fmla="*/ 23 h 23"/>
                  <a:gd name="GluePoint6X" fmla="*/ 6 w 19"/>
                  <a:gd name="GluePoint6Y" fmla="*/ 6 h 23"/>
                  <a:gd name="GluePoint7X" fmla="*/ 6 w 19"/>
                  <a:gd name="GluePoint7Y" fmla="*/ 5 h 23"/>
                  <a:gd name="GluePoint8X" fmla="*/ 6 w 19"/>
                  <a:gd name="GluePoint8Y" fmla="*/ 5 h 23"/>
                  <a:gd name="GluePoint9X" fmla="*/ 1 w 19"/>
                  <a:gd name="GluePoint9Y" fmla="*/ 5 h 23"/>
                  <a:gd name="GluePoint10X" fmla="*/ 0 w 19"/>
                  <a:gd name="GluePoint10Y" fmla="*/ 5 h 23"/>
                  <a:gd name="GluePoint11X" fmla="*/ 0 w 19"/>
                  <a:gd name="GluePoint11Y" fmla="*/ 5 h 23"/>
                  <a:gd name="GluePoint12X" fmla="*/ 0 w 19"/>
                  <a:gd name="GluePoint12Y" fmla="*/ 5 h 23"/>
                  <a:gd name="GluePoint13X" fmla="*/ 0 w 19"/>
                  <a:gd name="GluePoint13Y" fmla="*/ 5 h 23"/>
                  <a:gd name="GluePoint14X" fmla="*/ 0 w 19"/>
                  <a:gd name="GluePoint14Y" fmla="*/ 5 h 23"/>
                  <a:gd name="GluePoint15X" fmla="*/ 0 w 19"/>
                  <a:gd name="GluePoint15Y" fmla="*/ 0 h 23"/>
                  <a:gd name="GluePoint16X" fmla="*/ 0 w 19"/>
                  <a:gd name="GluePoint16Y" fmla="*/ 0 h 23"/>
                  <a:gd name="GluePoint17X" fmla="*/ 1 w 19"/>
                  <a:gd name="GluePoint17Y" fmla="*/ 0 h 23"/>
                  <a:gd name="GluePoint18X" fmla="*/ 18 w 19"/>
                  <a:gd name="GluePoint18Y" fmla="*/ 0 h 23"/>
                  <a:gd name="GluePoint19X" fmla="*/ 18 w 19"/>
                  <a:gd name="GluePoint19Y" fmla="*/ 0 h 23"/>
                  <a:gd name="GluePoint20X" fmla="*/ 19 w 19"/>
                  <a:gd name="GluePoint20Y" fmla="*/ 0 h 23"/>
                  <a:gd name="GluePoint21X" fmla="*/ 19 w 19"/>
                  <a:gd name="GluePoint21Y" fmla="*/ 0 h 23"/>
                  <a:gd name="GluePoint22X" fmla="*/ 19 w 19"/>
                  <a:gd name="GluePoint22Y" fmla="*/ 5 h 23"/>
                  <a:gd name="GluePoint23X" fmla="*/ 18 w 19"/>
                  <a:gd name="GluePoint23Y" fmla="*/ 5 h 23"/>
                  <a:gd name="GluePoint24X" fmla="*/ 18 w 19"/>
                  <a:gd name="GluePoint24Y" fmla="*/ 5 h 23"/>
                  <a:gd name="GluePoint25X" fmla="*/ 18 w 19"/>
                  <a:gd name="GluePoint25Y" fmla="*/ 5 h 23"/>
                  <a:gd name="GluePoint26X" fmla="*/ 13 w 19"/>
                  <a:gd name="GluePoint26Y" fmla="*/ 5 h 23"/>
                  <a:gd name="GluePoint27X" fmla="*/ 12 w 19"/>
                  <a:gd name="GluePoint27Y" fmla="*/ 5 h 23"/>
                  <a:gd name="GluePoint28X" fmla="*/ 12 w 19"/>
                  <a:gd name="GluePoint28Y" fmla="*/ 6 h 23"/>
                  <a:gd name="GluePoint29X" fmla="*/ 12 w 19"/>
                  <a:gd name="GluePoint29Y" fmla="*/ 6 h 23"/>
                  <a:gd name="GluePoint30X" fmla="*/ 12 w 19"/>
                  <a:gd name="GluePoint30Y" fmla="*/ 23 h 23"/>
                  <a:gd name="GluePoint31X" fmla="*/ 12 w 19"/>
                  <a:gd name="GluePoint31Y" fmla="*/ 23 h 23"/>
                  <a:gd name="GluePoint32X" fmla="*/ 12 w 19"/>
                  <a:gd name="GluePoint32Y" fmla="*/ 23 h 23"/>
                  <a:gd name="GluePoint33X" fmla="*/ 12 w 19"/>
                  <a:gd name="GluePoint33Y" fmla="*/ 23 h 23"/>
                  <a:gd name="GluePoint34X" fmla="*/ 7 w 19"/>
                  <a:gd name="GluePoint34Y" fmla="*/ 23 h 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 ang="0">
                    <a:pos x="GluePoint20X" y="GluePoint20Y"/>
                  </a:cxn>
                  <a:cxn ang="0">
                    <a:pos x="GluePoint21X" y="GluePoint21Y"/>
                  </a:cxn>
                  <a:cxn ang="0">
                    <a:pos x="GluePoint22X" y="GluePoint22Y"/>
                  </a:cxn>
                  <a:cxn ang="0">
                    <a:pos x="GluePoint23X" y="GluePoint23Y"/>
                  </a:cxn>
                  <a:cxn ang="0">
                    <a:pos x="GluePoint24X" y="GluePoint24Y"/>
                  </a:cxn>
                  <a:cxn ang="0">
                    <a:pos x="GluePoint25X" y="GluePoint25Y"/>
                  </a:cxn>
                  <a:cxn ang="0">
                    <a:pos x="GluePoint26X" y="GluePoint26Y"/>
                  </a:cxn>
                  <a:cxn ang="0">
                    <a:pos x="GluePoint27X" y="GluePoint27Y"/>
                  </a:cxn>
                  <a:cxn ang="0">
                    <a:pos x="GluePoint28X" y="GluePoint28Y"/>
                  </a:cxn>
                  <a:cxn ang="0">
                    <a:pos x="GluePoint29X" y="GluePoint29Y"/>
                  </a:cxn>
                  <a:cxn ang="0">
                    <a:pos x="GluePoint30X" y="GluePoint30Y"/>
                  </a:cxn>
                  <a:cxn ang="0">
                    <a:pos x="GluePoint31X" y="GluePoint31Y"/>
                  </a:cxn>
                  <a:cxn ang="0">
                    <a:pos x="GluePoint32X" y="GluePoint32Y"/>
                  </a:cxn>
                  <a:cxn ang="0">
                    <a:pos x="GluePoint33X" y="GluePoint33Y"/>
                  </a:cxn>
                  <a:cxn ang="0">
                    <a:pos x="GluePoint34X" y="GluePoint34Y"/>
                  </a:cxn>
                </a:cxnLst>
                <a:rect l="textAreaLeft" t="textAreaTop" r="textAreaRight" b="textAreaBottom"/>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chemeClr val="bg1"/>
              </a:solidFill>
              <a:ln w="0">
                <a:noFill/>
              </a:ln>
            </p:spPr>
            <p:style>
              <a:lnRef idx="0">
                <a:scrgbClr r="0" g="0" b="0"/>
              </a:lnRef>
              <a:fillRef idx="0">
                <a:scrgbClr r="0" g="0" b="0"/>
              </a:fillRef>
              <a:effectRef idx="0">
                <a:scrgbClr r="0" g="0" b="0"/>
              </a:effectRef>
              <a:fontRef idx="minor"/>
            </p:style>
            <p:txBody>
              <a:bodyPr lIns="24480" tIns="30600" rIns="24480" bIns="30600" numCol="1" spcCol="0" anchor="t">
                <a:noAutofit/>
              </a:bodyPr>
              <a:lstStyle/>
              <a:p>
                <a:endParaRPr lang="da-DK" sz="1800" b="0" u="none" strike="noStrike">
                  <a:solidFill>
                    <a:schemeClr val="dk1"/>
                  </a:solidFill>
                  <a:effectLst/>
                  <a:uFillTx/>
                  <a:latin typeface="Consolas"/>
                </a:endParaRPr>
              </a:p>
            </p:txBody>
          </p:sp>
        </p:grpSp>
        <p:grpSp>
          <p:nvGrpSpPr>
            <p:cNvPr id="928" name="Gruppe 11"/>
            <p:cNvGrpSpPr/>
            <p:nvPr/>
          </p:nvGrpSpPr>
          <p:grpSpPr>
            <a:xfrm>
              <a:off x="5864400" y="6027120"/>
              <a:ext cx="412560" cy="438840"/>
              <a:chOff x="5864400" y="6027120"/>
              <a:chExt cx="412560" cy="438840"/>
            </a:xfrm>
          </p:grpSpPr>
          <p:sp>
            <p:nvSpPr>
              <p:cNvPr id="929" name="Freeform 47"/>
              <p:cNvSpPr/>
              <p:nvPr/>
            </p:nvSpPr>
            <p:spPr>
              <a:xfrm>
                <a:off x="6077880" y="6042600"/>
                <a:ext cx="199080" cy="400680"/>
              </a:xfrm>
              <a:custGeom>
                <a:avLst/>
                <a:gdLst>
                  <a:gd name="textAreaLeft" fmla="*/ 0 w 199080"/>
                  <a:gd name="textAreaRight" fmla="*/ 200520 w 199080"/>
                  <a:gd name="textAreaTop" fmla="*/ 0 h 400680"/>
                  <a:gd name="textAreaBottom" fmla="*/ 402120 h 400680"/>
                  <a:gd name="GluePoint1X" fmla="*/ 76 w 76"/>
                  <a:gd name="GluePoint1Y" fmla="*/ 123 h 151"/>
                  <a:gd name="GluePoint2X" fmla="*/ 60 w 76"/>
                  <a:gd name="GluePoint2Y" fmla="*/ 115 h 151"/>
                  <a:gd name="GluePoint3X" fmla="*/ 45 w 76"/>
                  <a:gd name="GluePoint3Y" fmla="*/ 52 h 151"/>
                  <a:gd name="GluePoint4X" fmla="*/ 53 w 76"/>
                  <a:gd name="GluePoint4Y" fmla="*/ 0 h 151"/>
                  <a:gd name="GluePoint5X" fmla="*/ 53 w 76"/>
                  <a:gd name="GluePoint5Y" fmla="*/ 0 h 151"/>
                  <a:gd name="GluePoint6X" fmla="*/ 30 w 76"/>
                  <a:gd name="GluePoint6Y" fmla="*/ 57 h 151"/>
                  <a:gd name="GluePoint7X" fmla="*/ 44 w 76"/>
                  <a:gd name="GluePoint7Y" fmla="*/ 151 h 151"/>
                  <a:gd name="GluePoint8X" fmla="*/ 76 w 76"/>
                  <a:gd name="GluePoint8Y" fmla="*/ 123 h 15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930" name="Freeform 48"/>
              <p:cNvSpPr/>
              <p:nvPr/>
            </p:nvSpPr>
            <p:spPr>
              <a:xfrm>
                <a:off x="5959440" y="6032160"/>
                <a:ext cx="242640" cy="433800"/>
              </a:xfrm>
              <a:custGeom>
                <a:avLst/>
                <a:gdLst>
                  <a:gd name="textAreaLeft" fmla="*/ 0 w 242640"/>
                  <a:gd name="textAreaRight" fmla="*/ 244080 w 242640"/>
                  <a:gd name="textAreaTop" fmla="*/ 0 h 433800"/>
                  <a:gd name="textAreaBottom" fmla="*/ 435240 h 433800"/>
                  <a:gd name="GluePoint1X" fmla="*/ 61 w 93"/>
                  <a:gd name="GluePoint1Y" fmla="*/ 59 h 164"/>
                  <a:gd name="GluePoint2X" fmla="*/ 93 w 93"/>
                  <a:gd name="GluePoint2Y" fmla="*/ 1 h 164"/>
                  <a:gd name="GluePoint3X" fmla="*/ 92 w 93"/>
                  <a:gd name="GluePoint3Y" fmla="*/ 0 h 164"/>
                  <a:gd name="GluePoint4X" fmla="*/ 38 w 93"/>
                  <a:gd name="GluePoint4Y" fmla="*/ 58 h 164"/>
                  <a:gd name="GluePoint5X" fmla="*/ 11 w 93"/>
                  <a:gd name="GluePoint5Y" fmla="*/ 154 h 164"/>
                  <a:gd name="GluePoint6X" fmla="*/ 51 w 93"/>
                  <a:gd name="GluePoint6Y" fmla="*/ 164 h 164"/>
                  <a:gd name="GluePoint7X" fmla="*/ 60 w 93"/>
                  <a:gd name="GluePoint7Y" fmla="*/ 163 h 164"/>
                  <a:gd name="GluePoint8X" fmla="*/ 61 w 93"/>
                  <a:gd name="GluePoint8Y" fmla="*/ 59 h 16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sp>
            <p:nvSpPr>
              <p:cNvPr id="931" name="Freeform 49"/>
              <p:cNvSpPr/>
              <p:nvPr/>
            </p:nvSpPr>
            <p:spPr>
              <a:xfrm>
                <a:off x="5864400" y="6027120"/>
                <a:ext cx="324720" cy="351720"/>
              </a:xfrm>
              <a:custGeom>
                <a:avLst/>
                <a:gdLst>
                  <a:gd name="textAreaLeft" fmla="*/ 0 w 324720"/>
                  <a:gd name="textAreaRight" fmla="*/ 326160 w 324720"/>
                  <a:gd name="textAreaTop" fmla="*/ 0 h 351720"/>
                  <a:gd name="textAreaBottom" fmla="*/ 353160 h 351720"/>
                  <a:gd name="GluePoint1X" fmla="*/ 83 w 124"/>
                  <a:gd name="GluePoint1Y" fmla="*/ 41 h 133"/>
                  <a:gd name="GluePoint2X" fmla="*/ 124 w 124"/>
                  <a:gd name="GluePoint2Y" fmla="*/ 0 h 133"/>
                  <a:gd name="GluePoint3X" fmla="*/ 123 w 124"/>
                  <a:gd name="GluePoint3Y" fmla="*/ 0 h 133"/>
                  <a:gd name="GluePoint4X" fmla="*/ 52 w 124"/>
                  <a:gd name="GluePoint4Y" fmla="*/ 32 h 133"/>
                  <a:gd name="GluePoint5X" fmla="*/ 1 w 124"/>
                  <a:gd name="GluePoint5Y" fmla="*/ 64 h 133"/>
                  <a:gd name="GluePoint6X" fmla="*/ 0 w 124"/>
                  <a:gd name="GluePoint6Y" fmla="*/ 79 h 133"/>
                  <a:gd name="GluePoint7X" fmla="*/ 19 w 124"/>
                  <a:gd name="GluePoint7Y" fmla="*/ 133 h 133"/>
                  <a:gd name="GluePoint8X" fmla="*/ 83 w 124"/>
                  <a:gd name="GluePoint8Y" fmla="*/ 41 h 13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numCol="1" spcCol="0" anchor="t">
                <a:noAutofit/>
              </a:bodyPr>
              <a:lstStyle/>
              <a:p>
                <a:endParaRPr lang="da-DK" sz="1800" b="0" u="none" strike="noStrike">
                  <a:solidFill>
                    <a:schemeClr val="dk1"/>
                  </a:solidFill>
                  <a:effectLst/>
                  <a:uFillTx/>
                  <a:latin typeface="Consolas"/>
                </a:endParaRPr>
              </a:p>
            </p:txBody>
          </p:sp>
        </p:grpSp>
      </p:grpSp>
      <p:sp>
        <p:nvSpPr>
          <p:cNvPr id="932" name="TextBox 34"/>
          <p:cNvSpPr/>
          <p:nvPr/>
        </p:nvSpPr>
        <p:spPr>
          <a:xfrm>
            <a:off x="2453760" y="4020120"/>
            <a:ext cx="7339680" cy="367920"/>
          </a:xfrm>
          <a:prstGeom prst="rect">
            <a:avLst/>
          </a:prstGeom>
          <a:solidFill>
            <a:schemeClr val="bg1"/>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da-DK" dirty="0">
                <a:solidFill>
                  <a:schemeClr val="dk1"/>
                </a:solidFill>
                <a:latin typeface="Consolas"/>
              </a:rPr>
              <a:t>11</a:t>
            </a:r>
            <a:r>
              <a:rPr lang="da-DK" sz="1800" b="0" u="none" strike="noStrike" dirty="0">
                <a:solidFill>
                  <a:schemeClr val="dk1"/>
                </a:solidFill>
                <a:effectLst/>
                <a:uFillTx/>
                <a:latin typeface="Consolas"/>
              </a:rPr>
              <a:t>-09-2026</a:t>
            </a:r>
            <a:endParaRPr lang="en-US" sz="18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 name="PlaceHolder 1"/>
          <p:cNvSpPr>
            <a:spLocks noGrp="1"/>
          </p:cNvSpPr>
          <p:nvPr>
            <p:ph type="title" hasCustomPrompt="1"/>
          </p:nvPr>
        </p:nvSpPr>
        <p:spPr>
          <a:xfrm>
            <a:off x="1502280" y="367560"/>
            <a:ext cx="855540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Who Am I?</a:t>
            </a:r>
            <a:br>
              <a:rPr sz="3600"/>
            </a:br>
            <a:r>
              <a:rPr lang="en-US" sz="2400" b="1" u="none" strike="noStrike" spc="300">
                <a:solidFill>
                  <a:schemeClr val="dk1"/>
                </a:solidFill>
                <a:effectLst/>
                <a:uFillTx/>
                <a:latin typeface="Consolas"/>
              </a:rPr>
              <a:t>Martin Siemienski Andersen</a:t>
            </a:r>
          </a:p>
        </p:txBody>
      </p:sp>
      <p:pic>
        <p:nvPicPr>
          <p:cNvPr id="934" name="Picture 933"/>
          <p:cNvPicPr/>
          <p:nvPr/>
        </p:nvPicPr>
        <p:blipFill>
          <a:blip r:embed="rId2"/>
          <a:stretch/>
        </p:blipFill>
        <p:spPr>
          <a:xfrm>
            <a:off x="971640" y="12600"/>
            <a:ext cx="10285920" cy="6856920"/>
          </a:xfrm>
          <a:prstGeom prst="rect">
            <a:avLst/>
          </a:prstGeom>
          <a:noFill/>
          <a:ln w="38160">
            <a:noFill/>
          </a:ln>
        </p:spPr>
      </p:pic>
      <p:sp>
        <p:nvSpPr>
          <p:cNvPr id="3" name="PlaceHolder 2"/>
          <p:cNvSpPr>
            <a:spLocks noGrp="1"/>
          </p:cNvSpPr>
          <p:nvPr>
            <p:ph type="sldNum" idx="8"/>
          </p:nvPr>
        </p:nvSpPr>
        <p:spPr/>
        <p:txBody>
          <a:bodyPr/>
          <a:lstStyle/>
          <a:p>
            <a:fld id="{5C83F1EC-AB12-4D38-B79E-6612099B700D}" type="slidenu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 name="PlaceHolder 1"/>
          <p:cNvSpPr>
            <a:spLocks noGrp="1"/>
          </p:cNvSpPr>
          <p:nvPr>
            <p:ph type="title" hasCustomPrompt="1"/>
          </p:nvPr>
        </p:nvSpPr>
        <p:spPr>
          <a:xfrm>
            <a:off x="587520" y="367560"/>
            <a:ext cx="4885560" cy="1620000"/>
          </a:xfrm>
          <a:prstGeom prst="rect">
            <a:avLst/>
          </a:prstGeom>
          <a:noFill/>
          <a:ln w="0">
            <a:noFill/>
          </a:ln>
        </p:spPr>
        <p:txBody>
          <a:bodyPr lIns="0" tIns="0" rIns="0" bIns="0" anchor="ctr">
            <a:spAutoFit/>
          </a:bodyPr>
          <a:lstStyle/>
          <a:p>
            <a:pPr indent="0" algn="l" defTabSz="914400">
              <a:buNone/>
              <a:tabLst>
                <a:tab pos="0" algn="l"/>
              </a:tabLst>
            </a:pPr>
            <a:endParaRPr lang="en-US" sz="3600" b="1" u="none" strike="noStrike" spc="300">
              <a:solidFill>
                <a:schemeClr val="dk1"/>
              </a:solidFill>
              <a:effectLst/>
              <a:uFillTx/>
              <a:latin typeface="Consolas"/>
            </a:endParaRPr>
          </a:p>
        </p:txBody>
      </p:sp>
      <p:pic>
        <p:nvPicPr>
          <p:cNvPr id="936" name="Picture 935"/>
          <p:cNvPicPr/>
          <p:nvPr/>
        </p:nvPicPr>
        <p:blipFill>
          <a:blip r:embed="rId2"/>
          <a:stretch/>
        </p:blipFill>
        <p:spPr>
          <a:xfrm>
            <a:off x="1371600" y="1999440"/>
            <a:ext cx="8686800" cy="3944160"/>
          </a:xfrm>
          <a:prstGeom prst="rect">
            <a:avLst/>
          </a:prstGeom>
          <a:noFill/>
          <a:ln w="38160">
            <a:noFill/>
          </a:ln>
        </p:spPr>
      </p:pic>
      <p:sp>
        <p:nvSpPr>
          <p:cNvPr id="3" name="PlaceHolder 2"/>
          <p:cNvSpPr>
            <a:spLocks noGrp="1"/>
          </p:cNvSpPr>
          <p:nvPr>
            <p:ph type="sldNum" idx="8"/>
          </p:nvPr>
        </p:nvSpPr>
        <p:spPr/>
        <p:txBody>
          <a:bodyPr/>
          <a:lstStyle/>
          <a:p>
            <a:fld id="{B4A9030C-34EF-4A4F-9496-065376E9C0F1}" type="slidenu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 name="PlaceHolder 1"/>
          <p:cNvSpPr>
            <a:spLocks noGrp="1"/>
          </p:cNvSpPr>
          <p:nvPr>
            <p:ph type="title" hasCustomPrompt="1"/>
          </p:nvPr>
        </p:nvSpPr>
        <p:spPr>
          <a:xfrm>
            <a:off x="587520" y="359280"/>
            <a:ext cx="44888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L</a:t>
            </a:r>
            <a:r>
              <a:rPr lang="da-DK" sz="3600" b="1" u="none" strike="noStrike" spc="300">
                <a:solidFill>
                  <a:schemeClr val="dk1"/>
                </a:solidFill>
                <a:effectLst/>
                <a:uFillTx/>
                <a:latin typeface="Consolas"/>
              </a:rPr>
              <a:t>æringsmål idag</a:t>
            </a:r>
            <a:endParaRPr lang="en-US" sz="3600" b="1" u="none" strike="noStrike" spc="300">
              <a:solidFill>
                <a:schemeClr val="dk1"/>
              </a:solidFill>
              <a:effectLst/>
              <a:uFillTx/>
              <a:latin typeface="Consolas"/>
            </a:endParaRPr>
          </a:p>
        </p:txBody>
      </p:sp>
      <p:sp>
        <p:nvSpPr>
          <p:cNvPr id="938" name="PlaceHolder 2"/>
          <p:cNvSpPr>
            <a:spLocks noGrp="1"/>
          </p:cNvSpPr>
          <p:nvPr>
            <p:ph hasCustomPrompt="1"/>
          </p:nvPr>
        </p:nvSpPr>
        <p:spPr>
          <a:xfrm>
            <a:off x="587519" y="2143440"/>
            <a:ext cx="9844591" cy="3750840"/>
          </a:xfrm>
          <a:prstGeom prst="rect">
            <a:avLst/>
          </a:prstGeom>
          <a:noFill/>
          <a:ln w="0">
            <a:noFill/>
          </a:ln>
        </p:spPr>
        <p:txBody>
          <a:bodyPr lIns="0" tIns="45720" rIns="0" bIns="45720" anchor="t">
            <a:normAutofit/>
          </a:bodyPr>
          <a:lstStyle/>
          <a:p>
            <a:pPr marL="285840" indent="-285840" algn="l" defTabSz="914400">
              <a:lnSpc>
                <a:spcPct val="100000"/>
              </a:lnSpc>
              <a:spcBef>
                <a:spcPts val="601"/>
              </a:spcBef>
              <a:buSzPct val="100051"/>
              <a:buBlip>
                <a:blip r:embed="rId2"/>
              </a:buBlip>
            </a:pPr>
            <a:r>
              <a:rPr lang="da-DK" sz="1600" b="0" u="none" strike="noStrike" dirty="0">
                <a:solidFill>
                  <a:schemeClr val="dk1"/>
                </a:solidFill>
                <a:effectLst/>
                <a:uFillTx/>
                <a:latin typeface="Consolas"/>
              </a:rPr>
              <a:t>Kan skrive et funktionel program i C</a:t>
            </a:r>
          </a:p>
          <a:p>
            <a:pPr marL="285840" indent="-285840" algn="l" defTabSz="914400">
              <a:lnSpc>
                <a:spcPct val="100000"/>
              </a:lnSpc>
              <a:spcBef>
                <a:spcPts val="601"/>
              </a:spcBef>
              <a:buSzPct val="100051"/>
              <a:buBlip>
                <a:blip r:embed="rId2"/>
              </a:buBlip>
            </a:pPr>
            <a:r>
              <a:rPr lang="da-DK" sz="1600" b="0" u="none" strike="noStrike" dirty="0">
                <a:solidFill>
                  <a:schemeClr val="dk1"/>
                </a:solidFill>
                <a:effectLst/>
                <a:uFillTx/>
                <a:latin typeface="Consolas"/>
              </a:rPr>
              <a:t>Kan køre et program skrevet i C</a:t>
            </a:r>
          </a:p>
          <a:p>
            <a:pPr marL="285840" indent="-285840" algn="l" defTabSz="914400">
              <a:lnSpc>
                <a:spcPct val="100000"/>
              </a:lnSpc>
              <a:spcBef>
                <a:spcPts val="601"/>
              </a:spcBef>
              <a:buSzPct val="100051"/>
              <a:buBlip>
                <a:blip r:embed="rId2"/>
              </a:buBlip>
            </a:pPr>
            <a:r>
              <a:rPr lang="da-DK" sz="1600" b="0" u="none" strike="noStrike" dirty="0">
                <a:solidFill>
                  <a:schemeClr val="dk1"/>
                </a:solidFill>
                <a:effectLst/>
                <a:uFillTx/>
                <a:latin typeface="Consolas"/>
              </a:rPr>
              <a:t>Kan identificerer og beskrive hvad C-</a:t>
            </a:r>
            <a:r>
              <a:rPr lang="da-DK" sz="1600" b="0" u="none" strike="noStrike" dirty="0" err="1">
                <a:solidFill>
                  <a:schemeClr val="dk1"/>
                </a:solidFill>
                <a:effectLst/>
                <a:uFillTx/>
                <a:latin typeface="Consolas"/>
              </a:rPr>
              <a:t>tokens</a:t>
            </a:r>
            <a:r>
              <a:rPr lang="da-DK" sz="1600" b="0" u="none" strike="noStrike" dirty="0">
                <a:solidFill>
                  <a:schemeClr val="dk1"/>
                </a:solidFill>
                <a:effectLst/>
                <a:uFillTx/>
                <a:latin typeface="Consolas"/>
              </a:rPr>
              <a:t> er</a:t>
            </a:r>
          </a:p>
          <a:p>
            <a:pPr marL="285840" indent="-285840" algn="l" defTabSz="914400">
              <a:lnSpc>
                <a:spcPct val="100000"/>
              </a:lnSpc>
              <a:spcBef>
                <a:spcPts val="601"/>
              </a:spcBef>
              <a:buSzPct val="100051"/>
              <a:buBlip>
                <a:blip r:embed="rId2"/>
              </a:buBlip>
            </a:pPr>
            <a:r>
              <a:rPr lang="da-DK" sz="1600" b="0" u="none" strike="noStrike" dirty="0">
                <a:solidFill>
                  <a:schemeClr val="dk1"/>
                </a:solidFill>
                <a:effectLst/>
                <a:uFillTx/>
                <a:latin typeface="Consolas"/>
              </a:rPr>
              <a:t>Ved hvad </a:t>
            </a:r>
            <a:r>
              <a:rPr lang="da-DK" sz="1600" b="0" u="none" strike="noStrike" dirty="0" err="1">
                <a:solidFill>
                  <a:schemeClr val="dk1"/>
                </a:solidFill>
                <a:effectLst/>
                <a:uFillTx/>
                <a:latin typeface="Consolas"/>
              </a:rPr>
              <a:t>identifiers</a:t>
            </a:r>
            <a:r>
              <a:rPr lang="da-DK" sz="1600" b="0" u="none" strike="noStrike" dirty="0">
                <a:solidFill>
                  <a:schemeClr val="dk1"/>
                </a:solidFill>
                <a:effectLst/>
                <a:uFillTx/>
                <a:latin typeface="Consolas"/>
              </a:rPr>
              <a:t> er, og kan bruge </a:t>
            </a:r>
            <a:r>
              <a:rPr lang="da-DK" sz="1600" b="0" u="none" strike="noStrike" dirty="0" err="1">
                <a:solidFill>
                  <a:schemeClr val="dk1"/>
                </a:solidFill>
                <a:effectLst/>
                <a:uFillTx/>
                <a:latin typeface="Consolas"/>
              </a:rPr>
              <a:t>Naming</a:t>
            </a:r>
            <a:r>
              <a:rPr lang="da-DK" sz="1600" b="0" u="none" strike="noStrike" dirty="0">
                <a:solidFill>
                  <a:schemeClr val="dk1"/>
                </a:solidFill>
                <a:effectLst/>
                <a:uFillTx/>
                <a:latin typeface="Consolas"/>
              </a:rPr>
              <a:t> </a:t>
            </a:r>
            <a:r>
              <a:rPr lang="da-DK" sz="1600" b="0" u="none" strike="noStrike" dirty="0" err="1">
                <a:solidFill>
                  <a:schemeClr val="dk1"/>
                </a:solidFill>
                <a:effectLst/>
                <a:uFillTx/>
                <a:latin typeface="Consolas"/>
              </a:rPr>
              <a:t>Conventions</a:t>
            </a:r>
            <a:r>
              <a:rPr lang="da-DK" sz="1600" b="0" u="none" strike="noStrike" dirty="0">
                <a:solidFill>
                  <a:schemeClr val="dk1"/>
                </a:solidFill>
                <a:effectLst/>
                <a:uFillTx/>
                <a:latin typeface="Consolas"/>
              </a:rPr>
              <a:t> når de navngives</a:t>
            </a:r>
          </a:p>
          <a:p>
            <a:pPr marL="285840" indent="-285840" algn="l" defTabSz="914400">
              <a:lnSpc>
                <a:spcPct val="100000"/>
              </a:lnSpc>
              <a:spcBef>
                <a:spcPts val="601"/>
              </a:spcBef>
              <a:buSzPct val="100051"/>
              <a:buBlip>
                <a:blip r:embed="rId2"/>
              </a:buBlip>
            </a:pPr>
            <a:r>
              <a:rPr lang="da-DK" sz="1600" b="0" u="none" strike="noStrike" dirty="0">
                <a:solidFill>
                  <a:schemeClr val="dk1"/>
                </a:solidFill>
                <a:effectLst/>
                <a:uFillTx/>
                <a:latin typeface="Consolas"/>
              </a:rPr>
              <a:t>Kan initierer og ændre variabler</a:t>
            </a:r>
          </a:p>
          <a:p>
            <a:pPr indent="0" algn="l" defTabSz="914400">
              <a:lnSpc>
                <a:spcPct val="100000"/>
              </a:lnSpc>
              <a:spcBef>
                <a:spcPts val="601"/>
              </a:spcBef>
              <a:buNone/>
              <a:tabLst>
                <a:tab pos="0" algn="l"/>
              </a:tabLst>
            </a:pPr>
            <a:endParaRPr lang="da-DK" sz="1600" b="0" u="none" strike="noStrike" dirty="0">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dirty="0">
                <a:solidFill>
                  <a:schemeClr val="dk1"/>
                </a:solidFill>
                <a:effectLst/>
                <a:uFillTx/>
                <a:latin typeface="Consolas"/>
              </a:rPr>
              <a:t>Har kendskab til C-</a:t>
            </a:r>
            <a:r>
              <a:rPr lang="da-DK" sz="1600" b="0" u="none" strike="noStrike" dirty="0" err="1">
                <a:solidFill>
                  <a:schemeClr val="dk1"/>
                </a:solidFill>
                <a:effectLst/>
                <a:uFillTx/>
                <a:latin typeface="Consolas"/>
              </a:rPr>
              <a:t>syntax</a:t>
            </a:r>
            <a:endParaRPr lang="da-DK" sz="1600" b="0" u="none" strike="noStrike" dirty="0">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dirty="0">
                <a:solidFill>
                  <a:schemeClr val="dk1"/>
                </a:solidFill>
                <a:effectLst/>
                <a:uFillTx/>
                <a:latin typeface="Consolas"/>
              </a:rPr>
              <a:t>Har kendskab til </a:t>
            </a:r>
            <a:r>
              <a:rPr lang="da-DK" sz="1600" b="0" u="none" strike="noStrike" dirty="0" err="1">
                <a:solidFill>
                  <a:schemeClr val="dk1"/>
                </a:solidFill>
                <a:effectLst/>
                <a:uFillTx/>
                <a:latin typeface="Consolas"/>
              </a:rPr>
              <a:t>Naming</a:t>
            </a:r>
            <a:r>
              <a:rPr lang="da-DK" sz="1600" b="0" u="none" strike="noStrike" dirty="0">
                <a:solidFill>
                  <a:schemeClr val="dk1"/>
                </a:solidFill>
                <a:effectLst/>
                <a:uFillTx/>
                <a:latin typeface="Consolas"/>
              </a:rPr>
              <a:t> </a:t>
            </a:r>
            <a:r>
              <a:rPr lang="da-DK" sz="1600" b="0" u="none" strike="noStrike" dirty="0" err="1">
                <a:solidFill>
                  <a:schemeClr val="dk1"/>
                </a:solidFill>
                <a:effectLst/>
                <a:uFillTx/>
                <a:latin typeface="Consolas"/>
              </a:rPr>
              <a:t>Conventions</a:t>
            </a:r>
            <a:endParaRPr lang="da-DK" sz="1600" b="0" u="none" strike="noStrike" dirty="0">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dirty="0">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da-DK" sz="1600" b="0" u="none" strike="noStrike" dirty="0">
                <a:solidFill>
                  <a:schemeClr val="dk1"/>
                </a:solidFill>
                <a:effectLst/>
                <a:uFillTx/>
                <a:latin typeface="Consolas"/>
              </a:rPr>
              <a:t>Viden om hvordan et .c </a:t>
            </a:r>
            <a:r>
              <a:rPr lang="da-DK" sz="1600" b="0" u="none" strike="noStrike" dirty="0" err="1">
                <a:solidFill>
                  <a:schemeClr val="dk1"/>
                </a:solidFill>
                <a:effectLst/>
                <a:uFillTx/>
                <a:latin typeface="Consolas"/>
              </a:rPr>
              <a:t>text</a:t>
            </a:r>
            <a:r>
              <a:rPr lang="da-DK" sz="1600" b="0" u="none" strike="noStrike" dirty="0">
                <a:solidFill>
                  <a:schemeClr val="dk1"/>
                </a:solidFill>
                <a:effectLst/>
                <a:uFillTx/>
                <a:latin typeface="Consolas"/>
              </a:rPr>
              <a:t> fil bliver konverteret til et program, som CPU’en forstår</a:t>
            </a:r>
          </a:p>
          <a:p>
            <a:pPr indent="0" algn="l" defTabSz="914400">
              <a:lnSpc>
                <a:spcPct val="100000"/>
              </a:lnSpc>
              <a:spcBef>
                <a:spcPts val="601"/>
              </a:spcBef>
              <a:buNone/>
              <a:tabLst>
                <a:tab pos="0" algn="l"/>
              </a:tabLst>
            </a:pPr>
            <a:endParaRPr lang="da-DK" sz="1600" b="0" u="none" strike="noStrike" dirty="0">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dirty="0">
              <a:solidFill>
                <a:schemeClr val="dk1"/>
              </a:solidFill>
              <a:effectLst/>
              <a:uFillTx/>
              <a:latin typeface="Consolas"/>
            </a:endParaRPr>
          </a:p>
        </p:txBody>
      </p:sp>
      <p:sp>
        <p:nvSpPr>
          <p:cNvPr id="4" name="PlaceHolder 3"/>
          <p:cNvSpPr>
            <a:spLocks noGrp="1"/>
          </p:cNvSpPr>
          <p:nvPr>
            <p:ph type="sldNum" idx="10"/>
          </p:nvPr>
        </p:nvSpPr>
        <p:spPr/>
        <p:txBody>
          <a:bodyPr/>
          <a:lstStyle/>
          <a:p>
            <a:fld id="{F206AC23-C100-4296-9C7F-C5854F51BF40}" type="slidenu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 name="PlaceHolder 1"/>
          <p:cNvSpPr>
            <a:spLocks noGrp="1"/>
          </p:cNvSpPr>
          <p:nvPr>
            <p:ph type="title" hasCustomPrompt="1"/>
          </p:nvPr>
        </p:nvSpPr>
        <p:spPr>
          <a:xfrm>
            <a:off x="587520" y="367560"/>
            <a:ext cx="649800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Forslag til lærebog</a:t>
            </a:r>
            <a:endParaRPr lang="en-US" sz="3600" b="1" u="none" strike="noStrike" spc="300">
              <a:solidFill>
                <a:schemeClr val="dk1"/>
              </a:solidFill>
              <a:effectLst/>
              <a:uFillTx/>
              <a:latin typeface="Consolas"/>
            </a:endParaRPr>
          </a:p>
        </p:txBody>
      </p:sp>
      <p:sp>
        <p:nvSpPr>
          <p:cNvPr id="940" name="PlaceHolder 2"/>
          <p:cNvSpPr>
            <a:spLocks noGrp="1"/>
          </p:cNvSpPr>
          <p:nvPr>
            <p:ph hasCustomPrompt="1"/>
          </p:nvPr>
        </p:nvSpPr>
        <p:spPr>
          <a:xfrm>
            <a:off x="587520" y="2262600"/>
            <a:ext cx="5351760" cy="4226400"/>
          </a:xfrm>
          <a:prstGeom prst="rect">
            <a:avLst/>
          </a:prstGeom>
          <a:noFill/>
          <a:ln w="0">
            <a:noFill/>
          </a:ln>
        </p:spPr>
        <p:txBody>
          <a:bodyPr lIns="0" tIns="45720" rIns="0" bIns="45720" anchor="t">
            <a:normAutofit fontScale="40000" lnSpcReduction="2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Der findes et utal af online bøger og ligeledes online kursus materiale, der understøtter indlæringen af C. </a:t>
            </a: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Vi vil anvende flere af disse undervejs og der vil være sider at læse til de fleste kursusgange. </a:t>
            </a:r>
          </a:p>
          <a:p>
            <a:pPr indent="0" algn="l" defTabSz="914400">
              <a:lnSpc>
                <a:spcPct val="120000"/>
              </a:lnSpc>
              <a:spcBef>
                <a:spcPts val="1001"/>
              </a:spcBef>
              <a:buNone/>
              <a:tabLst>
                <a:tab pos="0" algn="l"/>
              </a:tabLst>
            </a:pPr>
            <a:r>
              <a:rPr lang="en-US" sz="1400" b="0" u="sng" strike="noStrike">
                <a:solidFill>
                  <a:schemeClr val="dk1"/>
                </a:solidFill>
                <a:effectLst/>
                <a:uFillTx/>
                <a:latin typeface="Consolas"/>
              </a:rPr>
              <a:t>Resources</a:t>
            </a:r>
            <a:r>
              <a:rPr lang="en-US" sz="1400" b="0" u="none" strike="noStrike">
                <a:solidFill>
                  <a:schemeClr val="dk1"/>
                </a:solidFill>
                <a:effectLst/>
                <a:uFillTx/>
                <a:latin typeface="Consolas"/>
              </a:rPr>
              <a:t>:</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3"/>
              </a:rPr>
              <a:t>https://cplusplus.com/reference/clibrary/</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3"/>
              </a:rPr>
              <a:t>https://manual.cs50.io/</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4"/>
              </a:rPr>
              <a:t>https://www.gnu.org/software/gnu-c-manual/gnu-c-manual.pdf</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5"/>
              </a:rPr>
              <a:t>https://en.cppreference.com/w/c</a:t>
            </a:r>
            <a:endParaRPr lang="da-DK" sz="1400" b="0" u="none" strike="noStrike">
              <a:solidFill>
                <a:schemeClr val="dk1"/>
              </a:solidFill>
              <a:effectLst/>
              <a:uFillTx/>
              <a:latin typeface="Consolas"/>
            </a:endParaRPr>
          </a:p>
          <a:p>
            <a:pPr marL="285840" lvl="1" indent="-285840" algn="l" defTabSz="914400">
              <a:lnSpc>
                <a:spcPct val="120000"/>
              </a:lnSpc>
              <a:spcBef>
                <a:spcPts val="499"/>
              </a:spcBef>
              <a:buSzPct val="100058"/>
              <a:buBlip>
                <a:blip r:embed="rId2"/>
              </a:buBlip>
              <a:tabLst>
                <a:tab pos="0" algn="l"/>
              </a:tabLst>
            </a:pPr>
            <a:r>
              <a:rPr lang="en-US" sz="1400" b="0" u="sng" strike="noStrike">
                <a:solidFill>
                  <a:srgbClr val="9B95D9"/>
                </a:solidFill>
                <a:effectLst/>
                <a:uFillTx/>
                <a:latin typeface="Consolas"/>
                <a:hlinkClick r:id="rId6"/>
              </a:rPr>
              <a:t>https://www.programiz.com/</a:t>
            </a:r>
            <a:endParaRPr lang="da-DK"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0" u="sng" strike="noStrike">
                <a:solidFill>
                  <a:schemeClr val="dk1"/>
                </a:solidFill>
                <a:effectLst/>
                <a:uFillTx/>
                <a:latin typeface="Consolas"/>
              </a:rPr>
              <a:t>Ekstra Opgaver</a:t>
            </a:r>
            <a:r>
              <a:rPr lang="en-US" sz="1400" b="0" u="none" strike="noStrike">
                <a:solidFill>
                  <a:schemeClr val="dk1"/>
                </a:solidFill>
                <a:effectLst/>
                <a:uFillTx/>
                <a:latin typeface="Consolas"/>
              </a:rPr>
              <a:t>:</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7"/>
              </a:rPr>
              <a:t>https://www.w3schools.com/c/index.php</a:t>
            </a:r>
            <a:r>
              <a:rPr lang="en-US" sz="1400" b="0" u="none" strike="noStrike">
                <a:solidFill>
                  <a:srgbClr val="9B95D9"/>
                </a:solidFill>
                <a:effectLst/>
                <a:uFillTx/>
                <a:latin typeface="Consolas"/>
              </a:rPr>
              <a:t> </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8"/>
              </a:rPr>
              <a:t>https://www.programiz.com/c-programming/</a:t>
            </a:r>
            <a:endParaRPr lang="da-DK"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1" u="sng" strike="noStrike">
                <a:solidFill>
                  <a:schemeClr val="dk1"/>
                </a:solidFill>
                <a:effectLst/>
                <a:uFillTx/>
                <a:latin typeface="Consolas"/>
              </a:rPr>
              <a:t>Online Compiler</a:t>
            </a:r>
            <a:r>
              <a:rPr lang="en-US" sz="1400" b="0" u="none" strike="noStrike">
                <a:solidFill>
                  <a:schemeClr val="dk1"/>
                </a:solidFill>
                <a:effectLst/>
                <a:uFillTx/>
                <a:latin typeface="Consolas"/>
              </a:rPr>
              <a:t>:</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rgbClr val="9B95D9"/>
                </a:solidFill>
                <a:effectLst/>
                <a:uFillTx/>
                <a:latin typeface="Consolas"/>
                <a:hlinkClick r:id="rId9"/>
              </a:rPr>
              <a:t>https://onecompiler.com/c</a:t>
            </a:r>
            <a:endParaRPr lang="da-DK"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1" u="sng" strike="noStrike">
                <a:solidFill>
                  <a:schemeClr val="dk1"/>
                </a:solidFill>
                <a:effectLst/>
                <a:uFillTx/>
                <a:latin typeface="Consolas"/>
              </a:rPr>
              <a:t>Arduino Reference:</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chemeClr val="dk1"/>
                </a:solidFill>
                <a:effectLst/>
                <a:uFillTx/>
                <a:latin typeface="Consolas"/>
                <a:hlinkClick r:id="rId10"/>
              </a:rPr>
              <a:t>https://www.arduino.cc/reference/en/</a:t>
            </a:r>
            <a:endParaRPr lang="da-DK" sz="14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en-US" sz="1400" b="0" u="none" strike="noStrike">
                <a:solidFill>
                  <a:schemeClr val="dk1"/>
                </a:solidFill>
                <a:effectLst/>
                <a:uFillTx/>
                <a:latin typeface="Consolas"/>
              </a:rPr>
              <a:t>Tegneprogram til Flow Diagram</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sng" strike="noStrike">
                <a:solidFill>
                  <a:schemeClr val="dk1"/>
                </a:solidFill>
                <a:effectLst/>
                <a:uFillTx/>
                <a:latin typeface="Consolas"/>
                <a:hlinkClick r:id="rId11"/>
              </a:rPr>
              <a:t>http://draw.io</a:t>
            </a:r>
            <a:r>
              <a:rPr lang="en-US" sz="1400" b="0" u="none" strike="noStrike">
                <a:solidFill>
                  <a:schemeClr val="dk1"/>
                </a:solidFill>
                <a:effectLst/>
                <a:uFillTx/>
                <a:latin typeface="Consolas"/>
              </a:rPr>
              <a:t> </a:t>
            </a:r>
            <a:endParaRPr lang="da-DK" sz="1400" b="0" u="none" strike="noStrike">
              <a:solidFill>
                <a:schemeClr val="dk1"/>
              </a:solidFill>
              <a:effectLst/>
              <a:uFillTx/>
              <a:latin typeface="Consolas"/>
            </a:endParaRPr>
          </a:p>
          <a:p>
            <a:pPr marL="285840" lvl="1" indent="-285840" algn="l" defTabSz="914400">
              <a:lnSpc>
                <a:spcPct val="120000"/>
              </a:lnSpc>
              <a:spcBef>
                <a:spcPts val="1001"/>
              </a:spcBef>
              <a:buSzPct val="100058"/>
              <a:buBlip>
                <a:blip r:embed="rId2"/>
              </a:buBlip>
              <a:tabLst>
                <a:tab pos="0" algn="l"/>
              </a:tabLst>
            </a:pPr>
            <a:r>
              <a:rPr lang="en-US" sz="1400" b="0" u="none" strike="noStrike">
                <a:solidFill>
                  <a:schemeClr val="dk1"/>
                </a:solidFill>
                <a:effectLst/>
                <a:uFillTx/>
                <a:latin typeface="Consolas"/>
                <a:hlinkClick r:id="rId12"/>
              </a:rPr>
              <a:t>https://mermaid.live/</a:t>
            </a:r>
            <a:r>
              <a:rPr lang="en-US" sz="1400" b="0" u="none" strike="noStrike">
                <a:solidFill>
                  <a:schemeClr val="dk1"/>
                </a:solidFill>
                <a:effectLst/>
                <a:uFillTx/>
                <a:latin typeface="Consolas"/>
              </a:rPr>
              <a:t> </a:t>
            </a:r>
            <a:endParaRPr lang="da-DK"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4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da-DK" sz="14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da-DK" sz="10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da-DK" sz="14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p:txBody>
      </p:sp>
      <p:pic>
        <p:nvPicPr>
          <p:cNvPr id="941" name="Billede 13" descr="Et billede, der indeholder skærmbillede&#10;&#10;Automatisk genereret beskrivelse"/>
          <p:cNvPicPr/>
          <p:nvPr/>
        </p:nvPicPr>
        <p:blipFill>
          <a:blip r:embed="rId13"/>
          <a:stretch/>
        </p:blipFill>
        <p:spPr>
          <a:xfrm>
            <a:off x="6591240" y="228600"/>
            <a:ext cx="2551680" cy="3585600"/>
          </a:xfrm>
          <a:prstGeom prst="rect">
            <a:avLst/>
          </a:prstGeom>
          <a:noFill/>
          <a:ln w="0">
            <a:noFill/>
          </a:ln>
        </p:spPr>
      </p:pic>
      <p:pic>
        <p:nvPicPr>
          <p:cNvPr id="942" name="Billede 15"/>
          <p:cNvPicPr/>
          <p:nvPr/>
        </p:nvPicPr>
        <p:blipFill>
          <a:blip r:embed="rId14"/>
          <a:stretch/>
        </p:blipFill>
        <p:spPr>
          <a:xfrm>
            <a:off x="9372600" y="2592720"/>
            <a:ext cx="2484360" cy="3578400"/>
          </a:xfrm>
          <a:prstGeom prst="rect">
            <a:avLst/>
          </a:prstGeom>
          <a:noFill/>
          <a:ln w="12700">
            <a:solidFill>
              <a:srgbClr val="211A52"/>
            </a:solidFill>
            <a:round/>
          </a:ln>
        </p:spPr>
      </p:pic>
      <p:sp>
        <p:nvSpPr>
          <p:cNvPr id="4" name="PlaceHolder 3"/>
          <p:cNvSpPr>
            <a:spLocks noGrp="1"/>
          </p:cNvSpPr>
          <p:nvPr>
            <p:ph type="sldNum" idx="8"/>
          </p:nvPr>
        </p:nvSpPr>
        <p:spPr/>
        <p:txBody>
          <a:bodyPr/>
          <a:lstStyle/>
          <a:p>
            <a:fld id="{93630D04-B8B9-45A1-91B2-207D0A746B2D}" type="slidenum">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3" name="PlaceHolder 1"/>
          <p:cNvSpPr>
            <a:spLocks noGrp="1"/>
          </p:cNvSpPr>
          <p:nvPr>
            <p:ph type="title" hasCustomPrompt="1"/>
          </p:nvPr>
        </p:nvSpPr>
        <p:spPr>
          <a:xfrm>
            <a:off x="587520" y="370440"/>
            <a:ext cx="5148360" cy="147312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Peer learning</a:t>
            </a:r>
            <a:endParaRPr lang="en-US" sz="3600" b="1" u="none" strike="noStrike" spc="300">
              <a:solidFill>
                <a:schemeClr val="dk1"/>
              </a:solidFill>
              <a:effectLst/>
              <a:uFillTx/>
              <a:latin typeface="Consolas"/>
            </a:endParaRPr>
          </a:p>
        </p:txBody>
      </p:sp>
      <p:sp>
        <p:nvSpPr>
          <p:cNvPr id="944" name="PlaceHolder 2"/>
          <p:cNvSpPr>
            <a:spLocks noGrp="1"/>
          </p:cNvSpPr>
          <p:nvPr>
            <p:ph hasCustomPrompt="1"/>
          </p:nvPr>
        </p:nvSpPr>
        <p:spPr>
          <a:xfrm>
            <a:off x="587520" y="2065320"/>
            <a:ext cx="10618560" cy="3702960"/>
          </a:xfrm>
          <a:prstGeom prst="rect">
            <a:avLst/>
          </a:prstGeom>
          <a:noFill/>
          <a:ln w="0">
            <a:noFill/>
          </a:ln>
        </p:spPr>
        <p:txBody>
          <a:bodyPr lIns="0" tIns="45720" rIns="0" bIns="45720" anchor="t">
            <a:normAutofit lnSpcReduction="10000"/>
          </a:bodyPr>
          <a:lstStyle/>
          <a:p>
            <a:pPr indent="0" algn="l" defTabSz="914400">
              <a:lnSpc>
                <a:spcPct val="120000"/>
              </a:lnSpc>
              <a:spcBef>
                <a:spcPts val="1001"/>
              </a:spcBef>
              <a:buNone/>
              <a:tabLst>
                <a:tab pos="0" algn="l"/>
              </a:tabLst>
            </a:pPr>
            <a:r>
              <a:rPr lang="da-DK" sz="1800" b="0" u="none" strike="noStrike">
                <a:solidFill>
                  <a:srgbClr val="000000"/>
                </a:solidFill>
                <a:effectLst/>
                <a:uFillTx/>
                <a:latin typeface="Consolas"/>
              </a:rPr>
              <a:t>Boud </a:t>
            </a:r>
            <a:r>
              <a:rPr lang="da-DK" sz="1800" b="0" i="1" u="none" strike="noStrike">
                <a:solidFill>
                  <a:srgbClr val="000000"/>
                </a:solidFill>
                <a:effectLst/>
                <a:uFillTx/>
                <a:latin typeface="Consolas"/>
              </a:rPr>
              <a:t>et al. </a:t>
            </a:r>
            <a:r>
              <a:rPr lang="da-DK" sz="1800" b="0" u="none" strike="noStrike">
                <a:solidFill>
                  <a:srgbClr val="000000"/>
                </a:solidFill>
                <a:effectLst/>
                <a:uFillTx/>
                <a:latin typeface="Consolas"/>
              </a:rPr>
              <a:t>(1999: 413) definerer peer learning som:</a:t>
            </a:r>
            <a:endParaRPr lang="da-DK" sz="18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8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8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8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8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8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800" b="0" u="none" strike="noStrike">
                <a:solidFill>
                  <a:srgbClr val="000000"/>
                </a:solidFill>
                <a:effectLst/>
                <a:uFillTx/>
                <a:latin typeface="Consolas"/>
              </a:rPr>
              <a:t>Når I efter forelæsningen arbejder med opgaver i jeres grupperum og venter på at jeg når frem for at hjælpe, vil jeg stærkt anbefale at I bruger ventetiden på ”Peer Learning”.</a:t>
            </a:r>
            <a:endParaRPr lang="da-DK" sz="1800" b="0" u="none" strike="noStrike">
              <a:solidFill>
                <a:schemeClr val="dk1"/>
              </a:solidFill>
              <a:effectLst/>
              <a:uFillTx/>
              <a:latin typeface="Consolas"/>
            </a:endParaRPr>
          </a:p>
        </p:txBody>
      </p:sp>
      <p:pic>
        <p:nvPicPr>
          <p:cNvPr id="945" name="Billede 5"/>
          <p:cNvPicPr/>
          <p:nvPr/>
        </p:nvPicPr>
        <p:blipFill>
          <a:blip r:embed="rId2"/>
          <a:stretch/>
        </p:blipFill>
        <p:spPr>
          <a:xfrm>
            <a:off x="1677960" y="2557800"/>
            <a:ext cx="8437680" cy="1189080"/>
          </a:xfrm>
          <a:prstGeom prst="rect">
            <a:avLst/>
          </a:prstGeom>
          <a:noFill/>
          <a:ln w="0">
            <a:noFill/>
          </a:ln>
        </p:spPr>
      </p:pic>
      <p:sp>
        <p:nvSpPr>
          <p:cNvPr id="946" name="Tekstfelt 7"/>
          <p:cNvSpPr/>
          <p:nvPr/>
        </p:nvSpPr>
        <p:spPr>
          <a:xfrm>
            <a:off x="587520" y="3917520"/>
            <a:ext cx="6093000" cy="737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400" b="1" u="none" strike="noStrike">
                <a:solidFill>
                  <a:srgbClr val="9B95D9"/>
                </a:solidFill>
                <a:effectLst/>
                <a:uFillTx/>
                <a:latin typeface="Source Sans Pro"/>
                <a:hlinkClick r:id="rId3"/>
              </a:rPr>
              <a:t>Peer Learning and Assessment</a:t>
            </a:r>
            <a:endParaRPr lang="en-US" sz="1400" b="0" u="none" strike="noStrike">
              <a:solidFill>
                <a:srgbClr val="000000"/>
              </a:solidFill>
              <a:effectLst/>
              <a:uFillTx/>
              <a:latin typeface="Arial"/>
            </a:endParaRPr>
          </a:p>
          <a:p>
            <a:pPr defTabSz="914400">
              <a:lnSpc>
                <a:spcPct val="100000"/>
              </a:lnSpc>
            </a:pPr>
            <a:r>
              <a:rPr lang="en-US" sz="1400" b="0" u="none" strike="noStrike">
                <a:solidFill>
                  <a:srgbClr val="3A3A3A"/>
                </a:solidFill>
                <a:effectLst/>
                <a:uFillTx/>
                <a:latin typeface="Source Sans Pro"/>
              </a:rPr>
              <a:t>Boud, David ; Cohen, Ruth ; Sampson, Jane</a:t>
            </a:r>
            <a:endParaRPr lang="en-US" sz="1400" b="0" u="none" strike="noStrike">
              <a:solidFill>
                <a:srgbClr val="000000"/>
              </a:solidFill>
              <a:effectLst/>
              <a:uFillTx/>
              <a:latin typeface="Arial"/>
            </a:endParaRPr>
          </a:p>
          <a:p>
            <a:pPr defTabSz="914400">
              <a:lnSpc>
                <a:spcPct val="100000"/>
              </a:lnSpc>
            </a:pPr>
            <a:r>
              <a:rPr lang="en-US" sz="1400" b="0" u="none" strike="noStrike">
                <a:solidFill>
                  <a:srgbClr val="3A3A3A"/>
                </a:solidFill>
                <a:effectLst/>
                <a:uFillTx/>
                <a:latin typeface="Source Sans Pro"/>
              </a:rPr>
              <a:t>Assessment and evaluation in higher education, 1996, Vol.24 (4), p.413-426</a:t>
            </a:r>
            <a:endParaRPr lang="en-US" sz="1400" b="0" u="none" strike="noStrike">
              <a:solidFill>
                <a:srgbClr val="000000"/>
              </a:solidFill>
              <a:effectLst/>
              <a:uFillTx/>
              <a:latin typeface="Arial"/>
            </a:endParaRPr>
          </a:p>
        </p:txBody>
      </p:sp>
      <p:sp>
        <p:nvSpPr>
          <p:cNvPr id="4" name="PlaceHolder 3"/>
          <p:cNvSpPr>
            <a:spLocks noGrp="1"/>
          </p:cNvSpPr>
          <p:nvPr>
            <p:ph type="sldNum" idx="6"/>
          </p:nvPr>
        </p:nvSpPr>
        <p:spPr/>
        <p:txBody>
          <a:bodyPr/>
          <a:lstStyle/>
          <a:p>
            <a:fld id="{5893299F-A5CE-4CFD-9F0F-24A1BA49462A}" type="slidenu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 name="PlaceHolder 1"/>
          <p:cNvSpPr>
            <a:spLocks noGrp="1"/>
          </p:cNvSpPr>
          <p:nvPr>
            <p:ph type="title" hasCustomPrompt="1"/>
          </p:nvPr>
        </p:nvSpPr>
        <p:spPr>
          <a:xfrm>
            <a:off x="587520" y="370440"/>
            <a:ext cx="5148360" cy="147312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Du husker …</a:t>
            </a:r>
            <a:endParaRPr lang="en-US" sz="3600" b="1" u="none" strike="noStrike" spc="300">
              <a:solidFill>
                <a:schemeClr val="dk1"/>
              </a:solidFill>
              <a:effectLst/>
              <a:uFillTx/>
              <a:latin typeface="Consolas"/>
            </a:endParaRPr>
          </a:p>
        </p:txBody>
      </p:sp>
      <p:sp>
        <p:nvSpPr>
          <p:cNvPr id="948" name="PlaceHolder 2"/>
          <p:cNvSpPr>
            <a:spLocks noGrp="1"/>
          </p:cNvSpPr>
          <p:nvPr>
            <p:ph hasCustomPrompt="1"/>
          </p:nvPr>
        </p:nvSpPr>
        <p:spPr>
          <a:xfrm>
            <a:off x="587520" y="1402560"/>
            <a:ext cx="10618560" cy="3702960"/>
          </a:xfrm>
          <a:prstGeom prst="rect">
            <a:avLst/>
          </a:prstGeom>
          <a:noFill/>
          <a:ln w="0">
            <a:noFill/>
          </a:ln>
        </p:spPr>
        <p:txBody>
          <a:bodyPr lIns="0" tIns="45720" rIns="0" bIns="45720" anchor="t">
            <a:noAutofit/>
          </a:bodyPr>
          <a:lstStyle/>
          <a:p>
            <a:pPr marL="285840" indent="-285840" algn="l" defTabSz="914400">
              <a:lnSpc>
                <a:spcPct val="120000"/>
              </a:lnSpc>
              <a:spcBef>
                <a:spcPts val="1001"/>
              </a:spcBef>
              <a:buSzPct val="100112"/>
              <a:buBlip>
                <a:blip r:embed="rId2"/>
              </a:buBlip>
            </a:pPr>
            <a:r>
              <a:rPr lang="da-DK" sz="1800" b="0" u="none" strike="noStrike">
                <a:solidFill>
                  <a:schemeClr val="dk1"/>
                </a:solidFill>
                <a:effectLst/>
                <a:uFillTx/>
                <a:latin typeface="Consolas"/>
              </a:rPr>
              <a:t>10% af hvad du læser</a:t>
            </a:r>
          </a:p>
          <a:p>
            <a:pPr marL="285840" indent="-285840" algn="l" defTabSz="914400">
              <a:lnSpc>
                <a:spcPct val="120000"/>
              </a:lnSpc>
              <a:spcBef>
                <a:spcPts val="1001"/>
              </a:spcBef>
              <a:buSzPct val="100112"/>
              <a:buBlip>
                <a:blip r:embed="rId2"/>
              </a:buBlip>
            </a:pPr>
            <a:r>
              <a:rPr lang="da-DK" sz="1800" b="0" u="none" strike="noStrike">
                <a:solidFill>
                  <a:schemeClr val="dk1"/>
                </a:solidFill>
                <a:effectLst/>
                <a:uFillTx/>
                <a:latin typeface="Consolas"/>
              </a:rPr>
              <a:t>20% af hvad du hører</a:t>
            </a:r>
          </a:p>
          <a:p>
            <a:pPr marL="285840" indent="-285840" algn="l" defTabSz="914400">
              <a:lnSpc>
                <a:spcPct val="120000"/>
              </a:lnSpc>
              <a:spcBef>
                <a:spcPts val="1001"/>
              </a:spcBef>
              <a:buSzPct val="100112"/>
              <a:buBlip>
                <a:blip r:embed="rId2"/>
              </a:buBlip>
            </a:pPr>
            <a:r>
              <a:rPr lang="da-DK" sz="1800" b="0" u="none" strike="noStrike">
                <a:solidFill>
                  <a:schemeClr val="dk1"/>
                </a:solidFill>
                <a:effectLst/>
                <a:uFillTx/>
                <a:latin typeface="Consolas"/>
              </a:rPr>
              <a:t>30% af hvad du ser</a:t>
            </a:r>
          </a:p>
          <a:p>
            <a:pPr marL="285840" indent="-285840" algn="l" defTabSz="914400">
              <a:lnSpc>
                <a:spcPct val="120000"/>
              </a:lnSpc>
              <a:spcBef>
                <a:spcPts val="1001"/>
              </a:spcBef>
              <a:buSzPct val="100112"/>
              <a:buBlip>
                <a:blip r:embed="rId2"/>
              </a:buBlip>
            </a:pPr>
            <a:r>
              <a:rPr lang="da-DK" sz="1800" b="0" u="none" strike="noStrike">
                <a:solidFill>
                  <a:schemeClr val="dk1"/>
                </a:solidFill>
                <a:effectLst/>
                <a:uFillTx/>
                <a:latin typeface="Consolas"/>
              </a:rPr>
              <a:t>50% af hvad du både ser og hører</a:t>
            </a:r>
          </a:p>
          <a:p>
            <a:pPr marL="285840" indent="-285840" algn="l" defTabSz="914400">
              <a:lnSpc>
                <a:spcPct val="120000"/>
              </a:lnSpc>
              <a:spcBef>
                <a:spcPts val="1001"/>
              </a:spcBef>
              <a:buSzPct val="100112"/>
              <a:buBlip>
                <a:blip r:embed="rId2"/>
              </a:buBlip>
            </a:pPr>
            <a:r>
              <a:rPr lang="da-DK" sz="1800" b="0" u="none" strike="noStrike">
                <a:solidFill>
                  <a:schemeClr val="dk1"/>
                </a:solidFill>
                <a:effectLst/>
                <a:uFillTx/>
                <a:latin typeface="Consolas"/>
              </a:rPr>
              <a:t>70% af hvad du diskuterer med andre</a:t>
            </a:r>
          </a:p>
          <a:p>
            <a:pPr marL="285840" indent="-285840" algn="l" defTabSz="914400">
              <a:lnSpc>
                <a:spcPct val="120000"/>
              </a:lnSpc>
              <a:spcBef>
                <a:spcPts val="1001"/>
              </a:spcBef>
              <a:buSzPct val="100112"/>
              <a:buBlip>
                <a:blip r:embed="rId2"/>
              </a:buBlip>
            </a:pPr>
            <a:r>
              <a:rPr lang="da-DK" sz="1800" b="0" u="none" strike="noStrike">
                <a:solidFill>
                  <a:schemeClr val="dk1"/>
                </a:solidFill>
                <a:effectLst/>
                <a:uFillTx/>
                <a:latin typeface="Consolas"/>
              </a:rPr>
              <a:t>80% af hvad du skaber i samarbejde med andre </a:t>
            </a:r>
          </a:p>
          <a:p>
            <a:pPr marL="285840" indent="-285840" algn="l" defTabSz="914400">
              <a:lnSpc>
                <a:spcPct val="120000"/>
              </a:lnSpc>
              <a:spcBef>
                <a:spcPts val="1001"/>
              </a:spcBef>
              <a:buSzPct val="100112"/>
              <a:buBlip>
                <a:blip r:embed="rId2"/>
              </a:buBlip>
            </a:pPr>
            <a:r>
              <a:rPr lang="da-DK" sz="1800" b="0" u="none" strike="noStrike">
                <a:solidFill>
                  <a:schemeClr val="dk1"/>
                </a:solidFill>
                <a:effectLst/>
                <a:uFillTx/>
                <a:latin typeface="Consolas"/>
              </a:rPr>
              <a:t>95% af hvad du lærer andre</a:t>
            </a:r>
          </a:p>
          <a:p>
            <a:pPr indent="0" algn="l" defTabSz="914400">
              <a:lnSpc>
                <a:spcPct val="120000"/>
              </a:lnSpc>
              <a:spcBef>
                <a:spcPts val="1001"/>
              </a:spcBef>
              <a:buNone/>
              <a:tabLst>
                <a:tab pos="0" algn="l"/>
              </a:tabLst>
            </a:pPr>
            <a:br>
              <a:rPr sz="1800"/>
            </a:br>
            <a:r>
              <a:rPr lang="da-DK" sz="1800" b="0" u="none" strike="noStrike">
                <a:solidFill>
                  <a:schemeClr val="dk1"/>
                </a:solidFill>
                <a:effectLst/>
                <a:uFillTx/>
                <a:latin typeface="Consolas"/>
              </a:rPr>
              <a:t>Moralen er altså, at hvis du virkelig vil huske (lære) noget, så er den mest effektive måde at forsøge at lære fra sig. Brug derfor hinanden til at overbevise jer selv om at I har forstået et emne ved at ”undervise” modtageren. </a:t>
            </a:r>
          </a:p>
          <a:p>
            <a:pPr indent="0" algn="l" defTabSz="914400">
              <a:lnSpc>
                <a:spcPct val="120000"/>
              </a:lnSpc>
              <a:spcBef>
                <a:spcPts val="1001"/>
              </a:spcBef>
              <a:buNone/>
              <a:tabLst>
                <a:tab pos="0" algn="l"/>
              </a:tabLst>
            </a:pPr>
            <a:r>
              <a:rPr lang="da-DK" sz="1800" b="0" u="none" strike="noStrike">
                <a:solidFill>
                  <a:schemeClr val="dk1"/>
                </a:solidFill>
                <a:effectLst/>
                <a:uFillTx/>
                <a:latin typeface="Consolas"/>
              </a:rPr>
              <a:t>I bytter naturligvis roller undervejs. </a:t>
            </a:r>
          </a:p>
        </p:txBody>
      </p:sp>
      <p:sp>
        <p:nvSpPr>
          <p:cNvPr id="4" name="PlaceHolder 3"/>
          <p:cNvSpPr>
            <a:spLocks noGrp="1"/>
          </p:cNvSpPr>
          <p:nvPr>
            <p:ph type="sldNum" idx="6"/>
          </p:nvPr>
        </p:nvSpPr>
        <p:spPr/>
        <p:txBody>
          <a:bodyPr/>
          <a:lstStyle/>
          <a:p>
            <a:fld id="{74384CA5-E02A-4F12-B7F1-3FA9A549E706}" type="slidenum">
              <a:rPr/>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 name="PlaceHolder 1"/>
          <p:cNvSpPr>
            <a:spLocks noGrp="1"/>
          </p:cNvSpPr>
          <p:nvPr>
            <p:ph type="title" hasCustomPrompt="1"/>
          </p:nvPr>
        </p:nvSpPr>
        <p:spPr>
          <a:xfrm>
            <a:off x="587520" y="367560"/>
            <a:ext cx="587689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dirty="0">
                <a:solidFill>
                  <a:schemeClr val="dk1"/>
                </a:solidFill>
                <a:effectLst/>
                <a:uFillTx/>
                <a:latin typeface="Consolas"/>
              </a:rPr>
              <a:t>Introduktion to C</a:t>
            </a:r>
            <a:endParaRPr lang="en-US" sz="3600" b="1" u="none" strike="noStrike" spc="300" dirty="0">
              <a:solidFill>
                <a:schemeClr val="dk1"/>
              </a:solidFill>
              <a:effectLst/>
              <a:uFillTx/>
              <a:latin typeface="Consolas"/>
            </a:endParaRPr>
          </a:p>
        </p:txBody>
      </p:sp>
      <p:sp>
        <p:nvSpPr>
          <p:cNvPr id="4" name="PlaceHolder 3"/>
          <p:cNvSpPr>
            <a:spLocks noGrp="1"/>
          </p:cNvSpPr>
          <p:nvPr>
            <p:ph type="sldNum" idx="8"/>
          </p:nvPr>
        </p:nvSpPr>
        <p:spPr/>
        <p:txBody>
          <a:bodyPr/>
          <a:lstStyle/>
          <a:p>
            <a:fld id="{C837FB36-96E5-4BBD-9BEC-FC946D97BFCA}" type="slidenum">
              <a:rPr/>
              <a:t>8</a:t>
            </a:fld>
            <a:endParaRPr/>
          </a:p>
        </p:txBody>
      </p:sp>
      <p:sp>
        <p:nvSpPr>
          <p:cNvPr id="950" name="PlaceHolder 2"/>
          <p:cNvSpPr>
            <a:spLocks noGrp="1"/>
          </p:cNvSpPr>
          <p:nvPr>
            <p:ph type="body" hasCustomPrompt="1"/>
          </p:nvPr>
        </p:nvSpPr>
        <p:spPr>
          <a:prstGeom prst="rect">
            <a:avLst/>
          </a:prstGeom>
          <a:noFill/>
          <a:ln w="0">
            <a:noFill/>
          </a:ln>
        </p:spPr>
        <p:txBody>
          <a:bodyPr lIns="0" tIns="45720" rIns="0" bIns="45720" anchor="t">
            <a:normAutofit fontScale="85000" lnSpcReduction="20000"/>
          </a:bodyPr>
          <a:lstStyle/>
          <a:p>
            <a:pPr marL="285840" indent="-285840" algn="l" defTabSz="914400">
              <a:lnSpc>
                <a:spcPct val="120000"/>
              </a:lnSpc>
              <a:spcBef>
                <a:spcPts val="1001"/>
              </a:spcBef>
              <a:buSzPct val="100051"/>
              <a:buBlip>
                <a:blip r:embed="rId2"/>
              </a:buBlip>
              <a:tabLst>
                <a:tab pos="0" algn="l"/>
              </a:tabLst>
            </a:pPr>
            <a:r>
              <a:rPr lang="en-US" dirty="0"/>
              <a:t>C provides a great tool for learning programming</a:t>
            </a:r>
            <a:endParaRPr lang="da-DK" dirty="0"/>
          </a:p>
          <a:p>
            <a:pPr indent="0" algn="l" defTabSz="914400">
              <a:lnSpc>
                <a:spcPct val="120000"/>
              </a:lnSpc>
              <a:spcBef>
                <a:spcPts val="1001"/>
              </a:spcBef>
              <a:buNone/>
              <a:tabLst>
                <a:tab pos="0" algn="l"/>
              </a:tabLst>
            </a:pPr>
            <a:r>
              <a:rPr lang="en-US" dirty="0"/>
              <a:t>Why not learn C++? it's newer!</a:t>
            </a:r>
            <a:endParaRPr lang="da-DK" dirty="0"/>
          </a:p>
          <a:p>
            <a:pPr marL="285840" indent="-285840" algn="l" defTabSz="914400">
              <a:lnSpc>
                <a:spcPct val="120000"/>
              </a:lnSpc>
              <a:spcBef>
                <a:spcPts val="1001"/>
              </a:spcBef>
              <a:buSzPct val="100051"/>
              <a:buBlip>
                <a:blip r:embed="rId2"/>
              </a:buBlip>
              <a:tabLst>
                <a:tab pos="0" algn="l"/>
              </a:tabLst>
            </a:pPr>
            <a:r>
              <a:rPr lang="en-US" dirty="0"/>
              <a:t>C++ is build upon C, so if you know C, you know C++ too</a:t>
            </a:r>
            <a:endParaRPr lang="da-DK" dirty="0"/>
          </a:p>
          <a:p>
            <a:pPr marL="285840" indent="-285840" algn="l" defTabSz="914400">
              <a:lnSpc>
                <a:spcPct val="120000"/>
              </a:lnSpc>
              <a:spcBef>
                <a:spcPts val="1001"/>
              </a:spcBef>
              <a:buSzPct val="100051"/>
              <a:buBlip>
                <a:blip r:embed="rId2"/>
              </a:buBlip>
              <a:tabLst>
                <a:tab pos="0" algn="l"/>
              </a:tabLst>
            </a:pPr>
            <a:r>
              <a:rPr lang="en-US" dirty="0"/>
              <a:t>C programming is simple, but can do everything you need</a:t>
            </a:r>
            <a:endParaRPr lang="da-DK" dirty="0"/>
          </a:p>
          <a:p>
            <a:pPr marL="285840" indent="-285840" algn="l" defTabSz="914400">
              <a:lnSpc>
                <a:spcPct val="120000"/>
              </a:lnSpc>
              <a:spcBef>
                <a:spcPts val="1001"/>
              </a:spcBef>
              <a:buSzPct val="100051"/>
              <a:buBlip>
                <a:blip r:embed="rId2"/>
              </a:buBlip>
              <a:tabLst>
                <a:tab pos="0" algn="l"/>
              </a:tabLst>
            </a:pPr>
            <a:r>
              <a:rPr lang="en-US" dirty="0"/>
              <a:t>Complexity Confuses</a:t>
            </a:r>
            <a:endParaRPr lang="da-DK" dirty="0"/>
          </a:p>
          <a:p>
            <a:pPr marL="285840" indent="-285840" algn="l" defTabSz="914400">
              <a:lnSpc>
                <a:spcPct val="120000"/>
              </a:lnSpc>
              <a:spcBef>
                <a:spcPts val="1001"/>
              </a:spcBef>
              <a:buSzPct val="100051"/>
              <a:buBlip>
                <a:blip r:embed="rId2"/>
              </a:buBlip>
              <a:tabLst>
                <a:tab pos="0" algn="l"/>
              </a:tabLst>
            </a:pPr>
            <a:r>
              <a:rPr lang="en-US" dirty="0"/>
              <a:t>You need to learn how to read syntax</a:t>
            </a:r>
            <a:endParaRPr lang="da-DK" dirty="0"/>
          </a:p>
          <a:p>
            <a:pPr marL="285840" indent="-285840" algn="l" defTabSz="914400">
              <a:lnSpc>
                <a:spcPct val="120000"/>
              </a:lnSpc>
              <a:spcBef>
                <a:spcPts val="1001"/>
              </a:spcBef>
              <a:buSzPct val="100051"/>
              <a:buBlip>
                <a:blip r:embed="rId2"/>
              </a:buBlip>
              <a:tabLst>
                <a:tab pos="0" algn="l"/>
              </a:tabLst>
            </a:pPr>
            <a:r>
              <a:rPr lang="en-US" dirty="0"/>
              <a:t>The specific programming language doesn't really matter</a:t>
            </a:r>
            <a:endParaRPr lang="da-DK" dirty="0"/>
          </a:p>
          <a:p>
            <a:pPr marL="285840" indent="-285840" algn="l" defTabSz="914400">
              <a:lnSpc>
                <a:spcPct val="120000"/>
              </a:lnSpc>
              <a:spcBef>
                <a:spcPts val="1001"/>
              </a:spcBef>
              <a:buSzPct val="100051"/>
              <a:buBlip>
                <a:blip r:embed="rId2"/>
              </a:buBlip>
              <a:tabLst>
                <a:tab pos="0" algn="l"/>
              </a:tabLst>
            </a:pPr>
            <a:r>
              <a:rPr lang="en-US" dirty="0"/>
              <a:t>C programming is a classic for a reason</a:t>
            </a:r>
            <a:endParaRPr lang="da-DK" dirty="0"/>
          </a:p>
          <a:p>
            <a:pPr indent="0" algn="l" defTabSz="914400">
              <a:lnSpc>
                <a:spcPct val="120000"/>
              </a:lnSpc>
              <a:spcBef>
                <a:spcPts val="1001"/>
              </a:spcBef>
              <a:buNone/>
              <a:tabLst>
                <a:tab pos="0" algn="l"/>
              </a:tabLst>
            </a:pPr>
            <a:endParaRPr lang="da-DK" dirty="0"/>
          </a:p>
        </p:txBody>
      </p:sp>
      <p:sp>
        <p:nvSpPr>
          <p:cNvPr id="2" name="Text Placeholder 1">
            <a:extLst>
              <a:ext uri="{FF2B5EF4-FFF2-40B4-BE49-F238E27FC236}">
                <a16:creationId xmlns:a16="http://schemas.microsoft.com/office/drawing/2014/main" id="{ABFEA80C-FF3C-6A8E-6FC0-FEFA19A8F010}"/>
              </a:ext>
            </a:extLst>
          </p:cNvPr>
          <p:cNvSpPr>
            <a:spLocks noGrp="1"/>
          </p:cNvSpPr>
          <p:nvPr>
            <p:ph type="body"/>
          </p:nvPr>
        </p:nvSpPr>
        <p:spPr/>
        <p:txBody>
          <a:bodyPr>
            <a:normAutofit fontScale="62500" lnSpcReduction="20000"/>
          </a:bodyPr>
          <a:lstStyle/>
          <a:p>
            <a:pPr indent="0">
              <a:spcBef>
                <a:spcPts val="1001"/>
              </a:spcBef>
              <a:buNone/>
              <a:tabLst>
                <a:tab pos="0" algn="l"/>
              </a:tabLst>
            </a:pPr>
            <a:r>
              <a:rPr lang="en-US" sz="2600" b="1" dirty="0"/>
              <a:t>Why not learn something else?</a:t>
            </a:r>
            <a:endParaRPr lang="da-DK" sz="2600" b="1" dirty="0"/>
          </a:p>
          <a:p>
            <a:pPr marL="285840" indent="-285840">
              <a:spcBef>
                <a:spcPts val="1001"/>
              </a:spcBef>
              <a:tabLst>
                <a:tab pos="0" algn="l"/>
              </a:tabLst>
            </a:pPr>
            <a:r>
              <a:rPr lang="en-US" sz="2600" dirty="0"/>
              <a:t>Everything else builds on C code</a:t>
            </a:r>
            <a:endParaRPr lang="da-DK" sz="2600" dirty="0"/>
          </a:p>
          <a:p>
            <a:pPr marL="285840" indent="-285840">
              <a:spcBef>
                <a:spcPts val="1001"/>
              </a:spcBef>
              <a:tabLst>
                <a:tab pos="0" algn="l"/>
              </a:tabLst>
            </a:pPr>
            <a:r>
              <a:rPr lang="en-US" sz="2600" dirty="0"/>
              <a:t>Why not learn Python? It is much easier to read!</a:t>
            </a:r>
            <a:endParaRPr lang="da-DK" sz="2600" dirty="0"/>
          </a:p>
          <a:p>
            <a:pPr marL="623880" lvl="1" indent="-285840">
              <a:lnSpc>
                <a:spcPct val="120000"/>
              </a:lnSpc>
              <a:spcBef>
                <a:spcPts val="499"/>
              </a:spcBef>
              <a:buSzPct val="100058"/>
              <a:buBlip>
                <a:blip r:embed="rId2"/>
              </a:buBlip>
              <a:tabLst>
                <a:tab pos="0" algn="l"/>
              </a:tabLst>
            </a:pPr>
            <a:r>
              <a:rPr lang="en-US" sz="2600" dirty="0"/>
              <a:t>No, it's not, it is different</a:t>
            </a:r>
            <a:endParaRPr lang="da-DK" sz="2600" dirty="0"/>
          </a:p>
          <a:p>
            <a:pPr marL="285840" indent="-285840">
              <a:spcBef>
                <a:spcPts val="1001"/>
              </a:spcBef>
              <a:tabLst>
                <a:tab pos="0" algn="l"/>
              </a:tabLst>
            </a:pPr>
            <a:r>
              <a:rPr lang="en-US" sz="2600" dirty="0"/>
              <a:t>C is ALOT faster. 100x faster for some applications</a:t>
            </a:r>
            <a:endParaRPr lang="da-DK" sz="2600" dirty="0"/>
          </a:p>
          <a:p>
            <a:pPr marL="623880" lvl="1" indent="-285840">
              <a:lnSpc>
                <a:spcPct val="120000"/>
              </a:lnSpc>
              <a:spcBef>
                <a:spcPts val="499"/>
              </a:spcBef>
              <a:buSzPct val="100058"/>
              <a:buBlip>
                <a:blip r:embed="rId2"/>
              </a:buBlip>
              <a:tabLst>
                <a:tab pos="0" algn="l"/>
              </a:tabLst>
            </a:pPr>
            <a:r>
              <a:rPr lang="en-US" sz="2600" dirty="0"/>
              <a:t>Python is magic. We don't want magic when we are learning things</a:t>
            </a:r>
            <a:endParaRPr lang="da-DK" sz="2600" dirty="0"/>
          </a:p>
          <a:p>
            <a:pPr marL="623880" lvl="1" indent="-285840">
              <a:lnSpc>
                <a:spcPct val="120000"/>
              </a:lnSpc>
              <a:spcBef>
                <a:spcPts val="499"/>
              </a:spcBef>
              <a:buSzPct val="100058"/>
              <a:buBlip>
                <a:blip r:embed="rId2"/>
              </a:buBlip>
              <a:tabLst>
                <a:tab pos="0" algn="l"/>
              </a:tabLst>
            </a:pPr>
            <a:r>
              <a:rPr lang="en-US" sz="2600" dirty="0"/>
              <a:t>Python has some quirks that I </a:t>
            </a:r>
            <a:r>
              <a:rPr lang="en-US" sz="2600" dirty="0" err="1"/>
              <a:t>dont</a:t>
            </a:r>
            <a:r>
              <a:rPr lang="en-US" sz="2600" dirty="0"/>
              <a:t> want you to focus on</a:t>
            </a:r>
            <a:endParaRPr lang="da-DK" sz="2600" dirty="0"/>
          </a:p>
          <a:p>
            <a:endParaRPr lang="LID4096"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 name="PlaceHolder 1"/>
          <p:cNvSpPr>
            <a:spLocks noGrp="1"/>
          </p:cNvSpPr>
          <p:nvPr>
            <p:ph type="title" hasCustomPrompt="1"/>
          </p:nvPr>
        </p:nvSpPr>
        <p:spPr>
          <a:xfrm>
            <a:off x="587520" y="359280"/>
            <a:ext cx="999900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Hvordan skriver man et C program?</a:t>
            </a:r>
            <a:endParaRPr lang="en-US" sz="3600" b="1" u="none" strike="noStrike" spc="300">
              <a:solidFill>
                <a:schemeClr val="dk1"/>
              </a:solidFill>
              <a:effectLst/>
              <a:uFillTx/>
              <a:latin typeface="Consolas"/>
            </a:endParaRPr>
          </a:p>
        </p:txBody>
      </p:sp>
      <p:sp>
        <p:nvSpPr>
          <p:cNvPr id="952" name="PlaceHolder 2"/>
          <p:cNvSpPr>
            <a:spLocks noGrp="1"/>
          </p:cNvSpPr>
          <p:nvPr>
            <p:ph hasCustomPrompt="1"/>
          </p:nvPr>
        </p:nvSpPr>
        <p:spPr>
          <a:xfrm>
            <a:off x="587520" y="1361520"/>
            <a:ext cx="10751040" cy="3750840"/>
          </a:xfrm>
          <a:prstGeom prst="rect">
            <a:avLst/>
          </a:prstGeom>
          <a:noFill/>
          <a:ln w="0">
            <a:noFill/>
          </a:ln>
        </p:spPr>
        <p:txBody>
          <a:bodyPr lIns="0" tIns="45720" rIns="0" bIns="45720" anchor="t">
            <a:normAutofit lnSpcReduction="10000"/>
          </a:bodyPr>
          <a:lstStyle/>
          <a:p>
            <a:pPr indent="0" algn="l" defTabSz="914400">
              <a:lnSpc>
                <a:spcPct val="100000"/>
              </a:lnSpc>
              <a:spcBef>
                <a:spcPts val="601"/>
              </a:spcBef>
              <a:buNone/>
              <a:tabLst>
                <a:tab pos="0" algn="l"/>
              </a:tabLst>
            </a:pPr>
            <a:r>
              <a:rPr lang="da-DK" sz="2400" b="1" u="none" strike="noStrike">
                <a:solidFill>
                  <a:schemeClr val="dk1"/>
                </a:solidFill>
                <a:effectLst/>
                <a:uFillTx/>
                <a:latin typeface="Consolas"/>
              </a:rPr>
              <a:t>Tekst (kildekode)</a:t>
            </a:r>
            <a:r>
              <a:rPr lang="da-DK" sz="2400" b="0" u="none" strike="noStrike">
                <a:solidFill>
                  <a:schemeClr val="dk1"/>
                </a:solidFill>
                <a:effectLst/>
                <a:uFillTx/>
                <a:latin typeface="Consolas"/>
              </a:rPr>
              <a:t>, </a:t>
            </a:r>
          </a:p>
          <a:p>
            <a:pPr indent="0" algn="l" defTabSz="914400">
              <a:lnSpc>
                <a:spcPct val="100000"/>
              </a:lnSpc>
              <a:spcBef>
                <a:spcPts val="601"/>
              </a:spcBef>
              <a:buNone/>
              <a:tabLst>
                <a:tab pos="0" algn="l"/>
              </a:tabLst>
            </a:pPr>
            <a:r>
              <a:rPr lang="da-DK" sz="2400" b="0" u="none" strike="noStrike">
                <a:solidFill>
                  <a:schemeClr val="dk1"/>
                </a:solidFill>
                <a:effectLst/>
                <a:uFillTx/>
                <a:latin typeface="Consolas"/>
              </a:rPr>
              <a:t>der følger sprogets syntaks (sprog) </a:t>
            </a:r>
          </a:p>
          <a:p>
            <a:pPr indent="0" algn="l" defTabSz="914400">
              <a:lnSpc>
                <a:spcPct val="100000"/>
              </a:lnSpc>
              <a:spcBef>
                <a:spcPts val="601"/>
              </a:spcBef>
              <a:buNone/>
              <a:tabLst>
                <a:tab pos="0" algn="l"/>
              </a:tabLst>
            </a:pPr>
            <a:endParaRPr lang="da-DK" sz="24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da-DK" sz="2400" b="0" u="none" strike="noStrike">
                <a:solidFill>
                  <a:schemeClr val="dk1"/>
                </a:solidFill>
                <a:effectLst/>
                <a:uFillTx/>
                <a:latin typeface="Consolas"/>
              </a:rPr>
              <a:t>C sproget er en samling af regler som skal følges, og nogle tokens, som compileren forstår:</a:t>
            </a:r>
          </a:p>
          <a:p>
            <a:pPr marL="285840" indent="-285840" algn="l" defTabSz="914400">
              <a:lnSpc>
                <a:spcPct val="100000"/>
              </a:lnSpc>
              <a:spcBef>
                <a:spcPts val="601"/>
              </a:spcBef>
              <a:buSzPct val="100017"/>
              <a:buBlip>
                <a:blip r:embed="rId2"/>
              </a:buBlip>
              <a:tabLst>
                <a:tab pos="0" algn="l"/>
              </a:tabLst>
            </a:pPr>
            <a:r>
              <a:rPr lang="da-DK" sz="2400" b="0" u="none" strike="noStrike">
                <a:solidFill>
                  <a:schemeClr val="dk1"/>
                </a:solidFill>
                <a:effectLst/>
                <a:uFillTx/>
                <a:latin typeface="Consolas"/>
              </a:rPr>
              <a:t>Keywords</a:t>
            </a:r>
          </a:p>
          <a:p>
            <a:pPr marL="285840" indent="-285840" algn="l" defTabSz="914400">
              <a:lnSpc>
                <a:spcPct val="100000"/>
              </a:lnSpc>
              <a:spcBef>
                <a:spcPts val="601"/>
              </a:spcBef>
              <a:buSzPct val="100017"/>
              <a:buBlip>
                <a:blip r:embed="rId2"/>
              </a:buBlip>
              <a:tabLst>
                <a:tab pos="0" algn="l"/>
              </a:tabLst>
            </a:pPr>
            <a:r>
              <a:rPr lang="da-DK" sz="2400" b="0" u="none" strike="noStrike">
                <a:solidFill>
                  <a:schemeClr val="dk1"/>
                </a:solidFill>
                <a:effectLst/>
                <a:uFillTx/>
                <a:latin typeface="Consolas"/>
              </a:rPr>
              <a:t>Operatører</a:t>
            </a:r>
          </a:p>
          <a:p>
            <a:pPr marL="285840" indent="-285840" algn="l" defTabSz="914400">
              <a:lnSpc>
                <a:spcPct val="100000"/>
              </a:lnSpc>
              <a:spcBef>
                <a:spcPts val="601"/>
              </a:spcBef>
              <a:buSzPct val="100017"/>
              <a:buBlip>
                <a:blip r:embed="rId2"/>
              </a:buBlip>
              <a:tabLst>
                <a:tab pos="0" algn="l"/>
              </a:tabLst>
            </a:pPr>
            <a:r>
              <a:rPr lang="da-DK" sz="2400" b="0" u="none" strike="noStrike">
                <a:solidFill>
                  <a:schemeClr val="dk1"/>
                </a:solidFill>
                <a:effectLst/>
                <a:uFillTx/>
                <a:latin typeface="Consolas"/>
              </a:rPr>
              <a:t>Andre grammatikregler</a:t>
            </a:r>
          </a:p>
          <a:p>
            <a:pPr indent="0" algn="l" defTabSz="914400">
              <a:lnSpc>
                <a:spcPct val="100000"/>
              </a:lnSpc>
              <a:spcBef>
                <a:spcPts val="601"/>
              </a:spcBef>
              <a:buNone/>
              <a:tabLst>
                <a:tab pos="0" algn="l"/>
              </a:tabLst>
            </a:pPr>
            <a:r>
              <a:rPr lang="da-DK" sz="2400" b="0" u="none" strike="noStrike">
                <a:solidFill>
                  <a:schemeClr val="dk1"/>
                </a:solidFill>
                <a:effectLst/>
                <a:uFillTx/>
                <a:latin typeface="Consolas"/>
              </a:rPr>
              <a:t>Eksempel:</a:t>
            </a:r>
          </a:p>
          <a:p>
            <a:pPr indent="0" algn="l" defTabSz="914400">
              <a:lnSpc>
                <a:spcPct val="100000"/>
              </a:lnSpc>
              <a:spcBef>
                <a:spcPts val="601"/>
              </a:spcBef>
              <a:buNone/>
              <a:tabLst>
                <a:tab pos="0" algn="l"/>
              </a:tabLst>
            </a:pPr>
            <a:endParaRPr lang="da-DK" sz="24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24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2400" b="0" u="none" strike="noStrike">
              <a:solidFill>
                <a:schemeClr val="dk1"/>
              </a:solidFill>
              <a:effectLst/>
              <a:uFillTx/>
              <a:latin typeface="Consolas"/>
            </a:endParaRPr>
          </a:p>
        </p:txBody>
      </p:sp>
      <p:sp>
        <p:nvSpPr>
          <p:cNvPr id="953" name="TextBox 11"/>
          <p:cNvSpPr/>
          <p:nvPr/>
        </p:nvSpPr>
        <p:spPr>
          <a:xfrm>
            <a:off x="6208920" y="4384440"/>
            <a:ext cx="4594680" cy="175284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0000"/>
              </a:lnSpc>
              <a:buClr>
                <a:srgbClr val="859900"/>
              </a:buClr>
              <a:buFont typeface="Consolas"/>
              <a:buAutoNum type="arabicPeriod"/>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marL="343080" indent="-343080" defTabSz="914400">
              <a:lnSpc>
                <a:spcPct val="100000"/>
              </a:lnSpc>
              <a:buClr>
                <a:srgbClr val="586E75"/>
              </a:buClr>
              <a:buFont typeface="Consolas"/>
              <a:buAutoNum type="arabicPeriod"/>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argc, </a:t>
            </a:r>
            <a:r>
              <a:rPr lang="en-US" sz="1800" b="1" u="none" strike="noStrike">
                <a:solidFill>
                  <a:srgbClr val="586E75"/>
                </a:solidFill>
                <a:effectLst/>
                <a:uFillTx/>
                <a:latin typeface="Consolas"/>
              </a:rPr>
              <a:t>char</a:t>
            </a:r>
            <a:r>
              <a:rPr lang="en-US" sz="1800" b="0" u="none" strike="noStrike">
                <a:solidFill>
                  <a:srgbClr val="859900"/>
                </a:solidFill>
                <a:effectLst/>
                <a:uFillTx/>
                <a:latin typeface="Consolas"/>
              </a:rPr>
              <a:t>**</a:t>
            </a:r>
            <a:r>
              <a:rPr lang="en-US" sz="1800" b="0" u="none" strike="noStrike">
                <a:solidFill>
                  <a:srgbClr val="657B83"/>
                </a:solidFill>
                <a:effectLst/>
                <a:uFillTx/>
                <a:latin typeface="Consolas"/>
              </a:rPr>
              <a:t> argv)</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sp>
        <p:nvSpPr>
          <p:cNvPr id="4" name="PlaceHolder 3"/>
          <p:cNvSpPr>
            <a:spLocks noGrp="1"/>
          </p:cNvSpPr>
          <p:nvPr>
            <p:ph type="sldNum" idx="10"/>
          </p:nvPr>
        </p:nvSpPr>
        <p:spPr/>
        <p:txBody>
          <a:bodyPr/>
          <a:lstStyle/>
          <a:p>
            <a:fld id="{B44A570B-C332-4CD3-85AE-975FC4BC57C6}" type="slidenum">
              <a:rPr/>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954" name="PlaceHolder 1"/>
          <p:cNvSpPr>
            <a:spLocks noGrp="1"/>
          </p:cNvSpPr>
          <p:nvPr>
            <p:ph type="title" hasCustomPrompt="1"/>
          </p:nvPr>
        </p:nvSpPr>
        <p:spPr>
          <a:xfrm>
            <a:off x="587520" y="367560"/>
            <a:ext cx="738216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Opgave – Hello1</a:t>
            </a:r>
            <a:br>
              <a:rPr sz="3600"/>
            </a:br>
            <a:r>
              <a:rPr lang="da-DK" sz="3600" b="1" u="none" strike="noStrike" spc="300">
                <a:solidFill>
                  <a:schemeClr val="dk1"/>
                </a:solidFill>
                <a:effectLst/>
                <a:uFillTx/>
                <a:latin typeface="Consolas"/>
              </a:rPr>
              <a:t>Online Compiler</a:t>
            </a:r>
            <a:br>
              <a:rPr sz="3600"/>
            </a:br>
            <a:r>
              <a:rPr lang="da-DK" sz="2800" b="1" i="1" u="none" strike="noStrike" spc="300">
                <a:solidFill>
                  <a:schemeClr val="dk1"/>
                </a:solidFill>
                <a:effectLst/>
                <a:uFillTx/>
                <a:latin typeface="Consolas"/>
              </a:rPr>
              <a:t>dit første program, p0_hello1</a:t>
            </a:r>
            <a:endParaRPr lang="en-US" sz="2800" b="1" u="none" strike="noStrike" spc="300">
              <a:solidFill>
                <a:schemeClr val="dk1"/>
              </a:solidFill>
              <a:effectLst/>
              <a:uFillTx/>
              <a:latin typeface="Consolas"/>
            </a:endParaRPr>
          </a:p>
        </p:txBody>
      </p:sp>
      <p:sp>
        <p:nvSpPr>
          <p:cNvPr id="955" name="PlaceHolder 2"/>
          <p:cNvSpPr>
            <a:spLocks noGrp="1"/>
          </p:cNvSpPr>
          <p:nvPr>
            <p:ph hasCustomPrompt="1"/>
          </p:nvPr>
        </p:nvSpPr>
        <p:spPr>
          <a:xfrm>
            <a:off x="587520" y="2102760"/>
            <a:ext cx="9336240" cy="2595960"/>
          </a:xfrm>
          <a:prstGeom prst="rect">
            <a:avLst/>
          </a:prstGeom>
          <a:noFill/>
          <a:ln w="0">
            <a:noFill/>
          </a:ln>
        </p:spPr>
        <p:txBody>
          <a:bodyPr lIns="0" tIns="45720" rIns="0" bIns="45720" anchor="t">
            <a:normAutofit fontScale="55000" lnSpcReduction="2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Med udgangspunktet i programmet </a:t>
            </a:r>
            <a:r>
              <a:rPr lang="da-DK" sz="1600" b="0" u="sng" strike="noStrike">
                <a:solidFill>
                  <a:schemeClr val="dk1"/>
                </a:solidFill>
                <a:effectLst/>
                <a:uFillTx/>
                <a:latin typeface="Consolas"/>
                <a:hlinkClick r:id="rId2"/>
              </a:rPr>
              <a:t>AAU_ST1__Programming_Hello1 - C - OneCompiler</a:t>
            </a:r>
            <a:r>
              <a:rPr lang="da-DK" sz="1600" b="0" u="none" strike="noStrike">
                <a:solidFill>
                  <a:schemeClr val="dk1"/>
                </a:solidFill>
                <a:effectLst/>
                <a:uFillTx/>
                <a:latin typeface="Consolas"/>
              </a:rPr>
              <a:t>. Få programmet til at skrive teksten ”hej, jeg hedder __” efterfulgt af ny linje, i terminalen.</a:t>
            </a:r>
          </a:p>
          <a:p>
            <a:pPr indent="0" algn="l" defTabSz="914400">
              <a:lnSpc>
                <a:spcPct val="120000"/>
              </a:lnSpc>
              <a:spcBef>
                <a:spcPts val="1001"/>
              </a:spcBef>
              <a:buNone/>
              <a:tabLst>
                <a:tab pos="0" algn="l"/>
              </a:tabLst>
            </a:pPr>
            <a:r>
              <a:rPr lang="da-DK" sz="1600" b="1" u="none" strike="noStrike">
                <a:solidFill>
                  <a:schemeClr val="dk1"/>
                </a:solidFill>
                <a:effectLst/>
                <a:uFillTx/>
                <a:latin typeface="Consolas"/>
              </a:rPr>
              <a:t>Fremgangsmåde</a:t>
            </a:r>
            <a:r>
              <a:rPr lang="da-DK" sz="1600" b="0" u="none" strike="noStrike">
                <a:solidFill>
                  <a:schemeClr val="dk1"/>
                </a:solidFill>
                <a:effectLst/>
                <a:uFillTx/>
                <a:latin typeface="Consolas"/>
              </a:rPr>
              <a:t>: </a:t>
            </a: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Lav en bruger på </a:t>
            </a:r>
            <a:r>
              <a:rPr lang="da-DK" sz="1600" b="0" u="sng" strike="noStrike">
                <a:solidFill>
                  <a:schemeClr val="dk1"/>
                </a:solidFill>
                <a:effectLst/>
                <a:uFillTx/>
                <a:latin typeface="Consolas"/>
                <a:hlinkClick r:id="rId4"/>
              </a:rPr>
              <a:t>https://onecompiler.com/c</a:t>
            </a:r>
            <a:r>
              <a:rPr lang="en-US" sz="1600" b="0" u="none" strike="noStrike">
                <a:solidFill>
                  <a:schemeClr val="dk1"/>
                </a:solidFill>
                <a:effectLst/>
                <a:uFillTx/>
                <a:latin typeface="Consolas"/>
              </a:rPr>
              <a:t> </a:t>
            </a:r>
            <a:endParaRPr lang="da-DK" sz="1600" b="0" u="none" strike="noStrike">
              <a:solidFill>
                <a:schemeClr val="dk1"/>
              </a:solidFill>
              <a:effectLst/>
              <a:uFillTx/>
              <a:latin typeface="Consolas"/>
            </a:endParaRP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Åben linket: </a:t>
            </a:r>
            <a:r>
              <a:rPr lang="en-US" sz="1600" b="0" u="sng" strike="noStrike">
                <a:solidFill>
                  <a:schemeClr val="dk1"/>
                </a:solidFill>
                <a:effectLst/>
                <a:uFillTx/>
                <a:latin typeface="Consolas"/>
                <a:hlinkClick r:id="rId2"/>
              </a:rPr>
              <a:t>AAU_ST1__Programming_Hello1 - C - OneCompiler</a:t>
            </a:r>
            <a:endParaRPr lang="da-DK" sz="1600" b="0" u="none" strike="noStrike">
              <a:solidFill>
                <a:schemeClr val="dk1"/>
              </a:solidFill>
              <a:effectLst/>
              <a:uFillTx/>
              <a:latin typeface="Consolas"/>
            </a:endParaRP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Få et program til at skrive ”hej, jeg hedder __ .\n”</a:t>
            </a:r>
          </a:p>
          <a:p>
            <a:pPr marL="285840" lvl="1" indent="-285840" algn="l" defTabSz="914400">
              <a:lnSpc>
                <a:spcPct val="120000"/>
              </a:lnSpc>
              <a:spcBef>
                <a:spcPts val="499"/>
              </a:spcBef>
              <a:buSzPct val="100051"/>
              <a:buBlip>
                <a:blip r:embed="rId3"/>
              </a:buBlip>
              <a:tabLst>
                <a:tab pos="0" algn="l"/>
              </a:tabLst>
            </a:pPr>
            <a:r>
              <a:rPr lang="da-DK" sz="1600" b="0" u="none" strike="noStrike">
                <a:solidFill>
                  <a:schemeClr val="dk1"/>
                </a:solidFill>
                <a:effectLst/>
                <a:uFillTx/>
                <a:latin typeface="Consolas"/>
              </a:rPr>
              <a:t>Hvad gør funktionen printf? Og hvordan fortæller man C at (og hvor) den findes? </a:t>
            </a:r>
          </a:p>
          <a:p>
            <a:pPr marL="285840" lvl="1" indent="-285840" algn="l" defTabSz="914400">
              <a:lnSpc>
                <a:spcPct val="120000"/>
              </a:lnSpc>
              <a:spcBef>
                <a:spcPts val="499"/>
              </a:spcBef>
              <a:buSzPct val="100051"/>
              <a:buBlip>
                <a:blip r:embed="rId3"/>
              </a:buBlip>
              <a:tabLst>
                <a:tab pos="0" algn="l"/>
              </a:tabLst>
            </a:pPr>
            <a:r>
              <a:rPr lang="da-DK" sz="1600" b="0" u="none" strike="noStrike">
                <a:solidFill>
                  <a:schemeClr val="dk1"/>
                </a:solidFill>
                <a:effectLst/>
                <a:uFillTx/>
                <a:latin typeface="Consolas"/>
              </a:rPr>
              <a:t>Hint: </a:t>
            </a:r>
            <a:r>
              <a:rPr lang="da-DK" sz="1600" b="0" u="sng" strike="noStrike">
                <a:solidFill>
                  <a:schemeClr val="dk1"/>
                </a:solidFill>
                <a:effectLst/>
                <a:uFillTx/>
                <a:latin typeface="Consolas"/>
                <a:hlinkClick r:id="rId5"/>
              </a:rPr>
              <a:t>https://manual.cs50.io/</a:t>
            </a:r>
            <a:endParaRPr lang="da-DK" sz="1600" b="0" u="none" strike="noStrike">
              <a:solidFill>
                <a:schemeClr val="dk1"/>
              </a:solidFill>
              <a:effectLst/>
              <a:uFillTx/>
              <a:latin typeface="Consolas"/>
            </a:endParaRP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Gem dit projekt som ST1_Programmering_hello1 på din profil</a:t>
            </a: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Kør programmet</a:t>
            </a:r>
          </a:p>
          <a:p>
            <a:pPr indent="0" algn="l" defTabSz="914400">
              <a:lnSpc>
                <a:spcPct val="120000"/>
              </a:lnSpc>
              <a:spcBef>
                <a:spcPts val="1001"/>
              </a:spcBef>
              <a:buNone/>
              <a:tabLst>
                <a:tab pos="0" algn="l"/>
              </a:tabLst>
            </a:pPr>
            <a:endParaRPr lang="da-DK" sz="1200" b="0" u="none" strike="noStrike">
              <a:solidFill>
                <a:schemeClr val="dk1"/>
              </a:solidFill>
              <a:effectLst/>
              <a:uFillTx/>
              <a:latin typeface="Consolas"/>
            </a:endParaRPr>
          </a:p>
        </p:txBody>
      </p:sp>
      <p:pic>
        <p:nvPicPr>
          <p:cNvPr id="956" name="Picture 8"/>
          <p:cNvPicPr/>
          <p:nvPr/>
        </p:nvPicPr>
        <p:blipFill>
          <a:blip r:embed="rId6"/>
          <a:stretch/>
        </p:blipFill>
        <p:spPr>
          <a:xfrm>
            <a:off x="390960" y="4700160"/>
            <a:ext cx="5100120" cy="1843920"/>
          </a:xfrm>
          <a:prstGeom prst="rect">
            <a:avLst/>
          </a:prstGeom>
          <a:noFill/>
          <a:ln w="0">
            <a:noFill/>
          </a:ln>
        </p:spPr>
      </p:pic>
      <p:cxnSp>
        <p:nvCxnSpPr>
          <p:cNvPr id="957" name="Straight Arrow Connector 10"/>
          <p:cNvCxnSpPr/>
          <p:nvPr/>
        </p:nvCxnSpPr>
        <p:spPr>
          <a:xfrm flipH="1">
            <a:off x="5492520" y="4771080"/>
            <a:ext cx="695160" cy="1440"/>
          </a:xfrm>
          <a:prstGeom prst="straightConnector1">
            <a:avLst/>
          </a:prstGeom>
          <a:ln w="19050">
            <a:solidFill>
              <a:srgbClr val="DF6752"/>
            </a:solidFill>
            <a:round/>
            <a:tailEnd type="arrow" w="med" len="med"/>
          </a:ln>
        </p:spPr>
      </p:cxnSp>
      <p:cxnSp>
        <p:nvCxnSpPr>
          <p:cNvPr id="958" name="Straight Arrow Connector 12"/>
          <p:cNvCxnSpPr/>
          <p:nvPr/>
        </p:nvCxnSpPr>
        <p:spPr>
          <a:xfrm flipH="1">
            <a:off x="4459320" y="6437160"/>
            <a:ext cx="695160" cy="1440"/>
          </a:xfrm>
          <a:prstGeom prst="straightConnector1">
            <a:avLst/>
          </a:prstGeom>
          <a:ln w="19050">
            <a:solidFill>
              <a:srgbClr val="DF6752"/>
            </a:solidFill>
            <a:round/>
            <a:tailEnd type="arrow" w="med" len="med"/>
          </a:ln>
        </p:spPr>
      </p:cxnSp>
      <p:cxnSp>
        <p:nvCxnSpPr>
          <p:cNvPr id="959" name="Straight Arrow Connector 13"/>
          <p:cNvCxnSpPr/>
          <p:nvPr/>
        </p:nvCxnSpPr>
        <p:spPr>
          <a:xfrm flipH="1">
            <a:off x="3059280" y="4772520"/>
            <a:ext cx="695160" cy="1440"/>
          </a:xfrm>
          <a:prstGeom prst="straightConnector1">
            <a:avLst/>
          </a:prstGeom>
          <a:ln w="19050">
            <a:solidFill>
              <a:srgbClr val="DF6752"/>
            </a:solidFill>
            <a:round/>
            <a:tailEnd type="arrow" w="med" len="med"/>
          </a:ln>
        </p:spPr>
      </p:cxnSp>
      <p:sp>
        <p:nvSpPr>
          <p:cNvPr id="960" name="TextBox 14"/>
          <p:cNvSpPr/>
          <p:nvPr/>
        </p:nvSpPr>
        <p:spPr>
          <a:xfrm>
            <a:off x="3740760" y="4586760"/>
            <a:ext cx="125316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a-DK" sz="1800" b="0" u="none" strike="noStrike">
                <a:solidFill>
                  <a:schemeClr val="accent4"/>
                </a:solidFill>
                <a:effectLst/>
                <a:uFillTx/>
                <a:latin typeface="Consolas"/>
              </a:rPr>
              <a:t>3</a:t>
            </a:r>
            <a:endParaRPr lang="en-US" sz="1800" b="0" u="none" strike="noStrike">
              <a:solidFill>
                <a:srgbClr val="000000"/>
              </a:solidFill>
              <a:effectLst/>
              <a:uFillTx/>
              <a:latin typeface="Arial"/>
            </a:endParaRPr>
          </a:p>
        </p:txBody>
      </p:sp>
      <p:sp>
        <p:nvSpPr>
          <p:cNvPr id="961" name="TextBox 15"/>
          <p:cNvSpPr/>
          <p:nvPr/>
        </p:nvSpPr>
        <p:spPr>
          <a:xfrm>
            <a:off x="5131800" y="6252480"/>
            <a:ext cx="29412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a-DK" sz="1800" b="0" u="none" strike="noStrike">
                <a:solidFill>
                  <a:schemeClr val="accent4"/>
                </a:solidFill>
                <a:effectLst/>
                <a:uFillTx/>
                <a:latin typeface="Consolas"/>
              </a:rPr>
              <a:t>3</a:t>
            </a:r>
            <a:endParaRPr lang="en-US" sz="1800" b="0" u="none" strike="noStrike">
              <a:solidFill>
                <a:srgbClr val="000000"/>
              </a:solidFill>
              <a:effectLst/>
              <a:uFillTx/>
              <a:latin typeface="Arial"/>
            </a:endParaRPr>
          </a:p>
        </p:txBody>
      </p:sp>
      <p:sp>
        <p:nvSpPr>
          <p:cNvPr id="962" name="TextBox 16"/>
          <p:cNvSpPr/>
          <p:nvPr/>
        </p:nvSpPr>
        <p:spPr>
          <a:xfrm>
            <a:off x="6154920" y="4574160"/>
            <a:ext cx="29412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a-DK" sz="1800" b="0" u="none" strike="noStrike">
                <a:solidFill>
                  <a:schemeClr val="accent4"/>
                </a:solidFill>
                <a:effectLst/>
                <a:uFillTx/>
                <a:latin typeface="Consolas"/>
              </a:rPr>
              <a:t>2</a:t>
            </a:r>
            <a:endParaRPr lang="en-US" sz="1800" b="0" u="none" strike="noStrike">
              <a:solidFill>
                <a:srgbClr val="000000"/>
              </a:solidFill>
              <a:effectLst/>
              <a:uFillTx/>
              <a:latin typeface="Arial"/>
            </a:endParaRPr>
          </a:p>
        </p:txBody>
      </p:sp>
      <p:cxnSp>
        <p:nvCxnSpPr>
          <p:cNvPr id="963" name="Straight Arrow Connector 17"/>
          <p:cNvCxnSpPr/>
          <p:nvPr/>
        </p:nvCxnSpPr>
        <p:spPr>
          <a:xfrm flipV="1">
            <a:off x="617760" y="5164560"/>
            <a:ext cx="70920" cy="459720"/>
          </a:xfrm>
          <a:prstGeom prst="straightConnector1">
            <a:avLst/>
          </a:prstGeom>
          <a:ln w="19050">
            <a:solidFill>
              <a:srgbClr val="DF6752"/>
            </a:solidFill>
            <a:round/>
            <a:tailEnd type="arrow" w="med" len="med"/>
          </a:ln>
        </p:spPr>
      </p:cxnSp>
      <p:sp>
        <p:nvSpPr>
          <p:cNvPr id="964" name="TextBox 19"/>
          <p:cNvSpPr/>
          <p:nvPr/>
        </p:nvSpPr>
        <p:spPr>
          <a:xfrm>
            <a:off x="0" y="5630040"/>
            <a:ext cx="137340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a-DK" sz="1800" b="0" u="none" strike="noStrike">
                <a:solidFill>
                  <a:schemeClr val="accent4"/>
                </a:solidFill>
                <a:effectLst/>
                <a:uFillTx/>
                <a:latin typeface="Consolas"/>
              </a:rPr>
              <a:t>Kildekode</a:t>
            </a:r>
            <a:endParaRPr lang="en-US" sz="1800" b="0" u="none" strike="noStrike">
              <a:solidFill>
                <a:srgbClr val="000000"/>
              </a:solidFill>
              <a:effectLst/>
              <a:uFillTx/>
              <a:latin typeface="Arial"/>
            </a:endParaRPr>
          </a:p>
        </p:txBody>
      </p:sp>
      <p:sp>
        <p:nvSpPr>
          <p:cNvPr id="965" name="TextBox 2"/>
          <p:cNvSpPr/>
          <p:nvPr/>
        </p:nvSpPr>
        <p:spPr>
          <a:xfrm>
            <a:off x="6208920" y="4384440"/>
            <a:ext cx="4594680" cy="175284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0000"/>
              </a:lnSpc>
              <a:buClr>
                <a:srgbClr val="859900"/>
              </a:buClr>
              <a:buFont typeface="Consolas"/>
              <a:buAutoNum type="arabicPeriod"/>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marL="343080" indent="-343080" defTabSz="914400">
              <a:lnSpc>
                <a:spcPct val="100000"/>
              </a:lnSpc>
              <a:buClr>
                <a:srgbClr val="586E75"/>
              </a:buClr>
              <a:buFont typeface="Consolas"/>
              <a:buAutoNum type="arabicPeriod"/>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argc, </a:t>
            </a:r>
            <a:r>
              <a:rPr lang="en-US" sz="1800" b="1" u="none" strike="noStrike">
                <a:solidFill>
                  <a:srgbClr val="586E75"/>
                </a:solidFill>
                <a:effectLst/>
                <a:uFillTx/>
                <a:latin typeface="Consolas"/>
              </a:rPr>
              <a:t>char</a:t>
            </a:r>
            <a:r>
              <a:rPr lang="en-US" sz="1800" b="0" u="none" strike="noStrike">
                <a:solidFill>
                  <a:srgbClr val="859900"/>
                </a:solidFill>
                <a:effectLst/>
                <a:uFillTx/>
                <a:latin typeface="Consolas"/>
              </a:rPr>
              <a:t>**</a:t>
            </a:r>
            <a:r>
              <a:rPr lang="en-US" sz="1800" b="0" u="none" strike="noStrike">
                <a:solidFill>
                  <a:srgbClr val="657B83"/>
                </a:solidFill>
                <a:effectLst/>
                <a:uFillTx/>
                <a:latin typeface="Consolas"/>
              </a:rPr>
              <a:t> argv)</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sp>
        <p:nvSpPr>
          <p:cNvPr id="4" name="PlaceHolder 3"/>
          <p:cNvSpPr>
            <a:spLocks noGrp="1"/>
          </p:cNvSpPr>
          <p:nvPr>
            <p:ph type="sldNum" idx="8"/>
          </p:nvPr>
        </p:nvSpPr>
        <p:spPr/>
        <p:txBody>
          <a:bodyPr/>
          <a:lstStyle/>
          <a:p>
            <a:fld id="{8BDA3A66-9156-481B-B417-71D24844B2BB}" type="slidenum">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 name="PlaceHolder 1"/>
          <p:cNvSpPr>
            <a:spLocks noGrp="1"/>
          </p:cNvSpPr>
          <p:nvPr>
            <p:ph type="title" hasCustomPrompt="1"/>
          </p:nvPr>
        </p:nvSpPr>
        <p:spPr>
          <a:xfrm>
            <a:off x="587520" y="359280"/>
            <a:ext cx="673488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How does code turn into a program-file?</a:t>
            </a:r>
            <a:br>
              <a:rPr sz="3600"/>
            </a:br>
            <a:endParaRPr lang="en-US" sz="3600" b="1" u="none" strike="noStrike" spc="300">
              <a:solidFill>
                <a:schemeClr val="dk1"/>
              </a:solidFill>
              <a:effectLst/>
              <a:uFillTx/>
              <a:latin typeface="Consolas"/>
            </a:endParaRPr>
          </a:p>
        </p:txBody>
      </p:sp>
      <p:pic>
        <p:nvPicPr>
          <p:cNvPr id="967" name="Billede 8"/>
          <p:cNvPicPr/>
          <p:nvPr/>
        </p:nvPicPr>
        <p:blipFill>
          <a:blip r:embed="rId2"/>
          <a:stretch/>
        </p:blipFill>
        <p:spPr>
          <a:xfrm>
            <a:off x="587520" y="1706040"/>
            <a:ext cx="10073160" cy="4178160"/>
          </a:xfrm>
          <a:prstGeom prst="rect">
            <a:avLst/>
          </a:prstGeom>
          <a:noFill/>
          <a:ln w="0">
            <a:noFill/>
          </a:ln>
        </p:spPr>
      </p:pic>
      <p:sp>
        <p:nvSpPr>
          <p:cNvPr id="968" name="Rektangel 9"/>
          <p:cNvSpPr/>
          <p:nvPr/>
        </p:nvSpPr>
        <p:spPr>
          <a:xfrm>
            <a:off x="6587280" y="5638320"/>
            <a:ext cx="513756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a-DK" sz="1800" b="0" u="none" strike="noStrike">
                <a:solidFill>
                  <a:schemeClr val="dk1"/>
                </a:solidFill>
                <a:effectLst/>
                <a:uFillTx/>
                <a:latin typeface="Consolas"/>
              </a:rPr>
              <a:t>The general principles</a:t>
            </a:r>
            <a:endParaRPr lang="en-US" sz="1800" b="0" u="none" strike="noStrike">
              <a:solidFill>
                <a:srgbClr val="000000"/>
              </a:solidFill>
              <a:effectLst/>
              <a:uFillTx/>
              <a:latin typeface="Arial"/>
            </a:endParaRPr>
          </a:p>
        </p:txBody>
      </p:sp>
      <p:sp>
        <p:nvSpPr>
          <p:cNvPr id="3" name="PlaceHolder 2"/>
          <p:cNvSpPr>
            <a:spLocks noGrp="1"/>
          </p:cNvSpPr>
          <p:nvPr>
            <p:ph type="sldNum" idx="10"/>
          </p:nvPr>
        </p:nvSpPr>
        <p:spPr/>
        <p:txBody>
          <a:bodyPr/>
          <a:lstStyle/>
          <a:p>
            <a:fld id="{3C193C5E-F5D7-4163-B496-4A7F76ED65A5}" type="slidenu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 name="PlaceHolder 1"/>
          <p:cNvSpPr>
            <a:spLocks noGrp="1"/>
          </p:cNvSpPr>
          <p:nvPr>
            <p:ph type="title" hasCustomPrompt="1"/>
          </p:nvPr>
        </p:nvSpPr>
        <p:spPr>
          <a:xfrm>
            <a:off x="587520" y="359280"/>
            <a:ext cx="957312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How does code really turn into a program-file?</a:t>
            </a:r>
            <a:br>
              <a:rPr sz="3600"/>
            </a:br>
            <a:endParaRPr lang="en-US" sz="3600" b="1" u="none" strike="noStrike" spc="300">
              <a:solidFill>
                <a:schemeClr val="dk1"/>
              </a:solidFill>
              <a:effectLst/>
              <a:uFillTx/>
              <a:latin typeface="Consolas"/>
            </a:endParaRPr>
          </a:p>
        </p:txBody>
      </p:sp>
      <p:pic>
        <p:nvPicPr>
          <p:cNvPr id="970" name="Billede 6"/>
          <p:cNvPicPr/>
          <p:nvPr/>
        </p:nvPicPr>
        <p:blipFill>
          <a:blip r:embed="rId2"/>
          <a:stretch/>
        </p:blipFill>
        <p:spPr>
          <a:xfrm>
            <a:off x="493920" y="1856160"/>
            <a:ext cx="4445640" cy="2408040"/>
          </a:xfrm>
          <a:prstGeom prst="rect">
            <a:avLst/>
          </a:prstGeom>
          <a:noFill/>
          <a:ln w="0">
            <a:noFill/>
          </a:ln>
        </p:spPr>
      </p:pic>
      <p:pic>
        <p:nvPicPr>
          <p:cNvPr id="971" name="Billede 10"/>
          <p:cNvPicPr/>
          <p:nvPr/>
        </p:nvPicPr>
        <p:blipFill>
          <a:blip r:embed="rId3"/>
          <a:stretch/>
        </p:blipFill>
        <p:spPr>
          <a:xfrm>
            <a:off x="5227920" y="1856160"/>
            <a:ext cx="6303960" cy="3879360"/>
          </a:xfrm>
          <a:prstGeom prst="rect">
            <a:avLst/>
          </a:prstGeom>
          <a:noFill/>
          <a:ln w="0">
            <a:noFill/>
          </a:ln>
        </p:spPr>
      </p:pic>
      <p:sp>
        <p:nvSpPr>
          <p:cNvPr id="3" name="PlaceHolder 2"/>
          <p:cNvSpPr>
            <a:spLocks noGrp="1"/>
          </p:cNvSpPr>
          <p:nvPr>
            <p:ph type="sldNum" idx="10"/>
          </p:nvPr>
        </p:nvSpPr>
        <p:spPr/>
        <p:txBody>
          <a:bodyPr/>
          <a:lstStyle/>
          <a:p>
            <a:fld id="{9D4DC500-BD28-4A78-9184-BAE5664BECC9}"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 name="PlaceHolder 1"/>
          <p:cNvSpPr>
            <a:spLocks noGrp="1"/>
          </p:cNvSpPr>
          <p:nvPr>
            <p:ph type="title" hasCustomPrompt="1"/>
          </p:nvPr>
        </p:nvSpPr>
        <p:spPr>
          <a:xfrm>
            <a:off x="587520" y="359280"/>
            <a:ext cx="44888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Hvorfor hedder det ”C”?</a:t>
            </a:r>
            <a:endParaRPr lang="en-US" sz="3600" b="1" u="none" strike="noStrike" spc="300">
              <a:solidFill>
                <a:schemeClr val="dk1"/>
              </a:solidFill>
              <a:effectLst/>
              <a:uFillTx/>
              <a:latin typeface="Consolas"/>
            </a:endParaRPr>
          </a:p>
        </p:txBody>
      </p:sp>
      <p:sp>
        <p:nvSpPr>
          <p:cNvPr id="973" name="PlaceHolder 2"/>
          <p:cNvSpPr>
            <a:spLocks noGrp="1"/>
          </p:cNvSpPr>
          <p:nvPr>
            <p:ph hasCustomPrompt="1"/>
          </p:nvPr>
        </p:nvSpPr>
        <p:spPr>
          <a:xfrm>
            <a:off x="587520" y="2143440"/>
            <a:ext cx="4488840" cy="3750840"/>
          </a:xfrm>
          <a:prstGeom prst="rect">
            <a:avLst/>
          </a:prstGeom>
          <a:noFill/>
          <a:ln w="0">
            <a:noFill/>
          </a:ln>
        </p:spPr>
        <p:txBody>
          <a:bodyPr lIns="0" tIns="45720" rIns="0" bIns="45720" anchor="t">
            <a:normAutofit fontScale="85000" lnSpcReduction="19999"/>
          </a:body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Programmeringssproget C har forandret sig flere gange siden det blev opfundet i 1972. Og ja, det hedder C fordi A og B allerede var brugt.</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1960:	ALGOL (International group)</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1967:	BCPL (Martin Richards)</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1970:	B (Ken Thompson)</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1972:	Traditional C (Dennis Ritchie)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1978:	K&amp;R C (Kernighan &amp; Rictchie)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1983:	ANSI-C (ANSI Committee)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1990:	ANSI/ISO C (ISO Committee)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1999:	C99 (Standardization Committee)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1" u="none" strike="noStrike">
                <a:solidFill>
                  <a:schemeClr val="dk1"/>
                </a:solidFill>
                <a:effectLst/>
                <a:uFillTx/>
                <a:latin typeface="Consolas"/>
              </a:rPr>
              <a:t>2011:	C11 (Standardization Committee)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1" u="none" strike="noStrike">
                <a:solidFill>
                  <a:schemeClr val="dk1"/>
                </a:solidFill>
                <a:effectLst/>
                <a:uFillTx/>
                <a:latin typeface="Consolas"/>
              </a:rPr>
              <a:t>2017:	C17 (Standardization Committee)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~2021:	C2x ()</a:t>
            </a:r>
            <a:endParaRPr lang="da-DK" sz="1600" b="0" u="none" strike="noStrike">
              <a:solidFill>
                <a:schemeClr val="dk1"/>
              </a:solidFill>
              <a:effectLst/>
              <a:uFillTx/>
              <a:latin typeface="Consolas"/>
            </a:endParaRPr>
          </a:p>
        </p:txBody>
      </p:sp>
      <p:cxnSp>
        <p:nvCxnSpPr>
          <p:cNvPr id="974" name="Lige pilforbindelse 9"/>
          <p:cNvCxnSpPr/>
          <p:nvPr/>
        </p:nvCxnSpPr>
        <p:spPr>
          <a:xfrm flipH="1">
            <a:off x="4541400" y="2977560"/>
            <a:ext cx="2451240" cy="2227320"/>
          </a:xfrm>
          <a:prstGeom prst="straightConnector1">
            <a:avLst/>
          </a:prstGeom>
          <a:ln w="38100">
            <a:solidFill>
              <a:srgbClr val="4D4875"/>
            </a:solidFill>
            <a:round/>
            <a:tailEnd type="triangle" w="med" len="med"/>
          </a:ln>
        </p:spPr>
      </p:cxnSp>
      <p:sp>
        <p:nvSpPr>
          <p:cNvPr id="975" name="Rektangel 14"/>
          <p:cNvSpPr/>
          <p:nvPr/>
        </p:nvSpPr>
        <p:spPr>
          <a:xfrm>
            <a:off x="7114320" y="2793240"/>
            <a:ext cx="3602880" cy="367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a-DK" sz="1800" b="0" u="none" strike="noStrike">
                <a:solidFill>
                  <a:schemeClr val="dk1"/>
                </a:solidFill>
                <a:effectLst/>
                <a:uFillTx/>
                <a:latin typeface="Consolas"/>
              </a:rPr>
              <a:t>Arduino anvender C11 versionen.</a:t>
            </a:r>
            <a:endParaRPr lang="en-US" sz="1800" b="0" u="none" strike="noStrike">
              <a:solidFill>
                <a:srgbClr val="000000"/>
              </a:solidFill>
              <a:effectLst/>
              <a:uFillTx/>
              <a:latin typeface="Arial"/>
            </a:endParaRPr>
          </a:p>
        </p:txBody>
      </p:sp>
      <p:cxnSp>
        <p:nvCxnSpPr>
          <p:cNvPr id="976" name="Lige pilforbindelse 10"/>
          <p:cNvCxnSpPr/>
          <p:nvPr/>
        </p:nvCxnSpPr>
        <p:spPr>
          <a:xfrm flipH="1">
            <a:off x="4541400" y="4223880"/>
            <a:ext cx="2451240" cy="1255680"/>
          </a:xfrm>
          <a:prstGeom prst="straightConnector1">
            <a:avLst/>
          </a:prstGeom>
          <a:ln w="38100">
            <a:solidFill>
              <a:srgbClr val="4D4875"/>
            </a:solidFill>
            <a:round/>
            <a:tailEnd type="triangle" w="med" len="med"/>
          </a:ln>
        </p:spPr>
      </p:cxnSp>
      <p:sp>
        <p:nvSpPr>
          <p:cNvPr id="977" name="Rektangel 11"/>
          <p:cNvSpPr/>
          <p:nvPr/>
        </p:nvSpPr>
        <p:spPr>
          <a:xfrm>
            <a:off x="5900400" y="3834720"/>
            <a:ext cx="6261840" cy="3679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da-DK" sz="1800" b="0" u="none" strike="noStrike">
                <a:solidFill>
                  <a:schemeClr val="dk1"/>
                </a:solidFill>
                <a:effectLst/>
                <a:uFillTx/>
                <a:latin typeface="Consolas"/>
              </a:rPr>
              <a:t>Hvilken version af C benytter online compileren?</a:t>
            </a:r>
            <a:endParaRPr lang="en-US" sz="1800" b="0" u="none" strike="noStrike">
              <a:solidFill>
                <a:srgbClr val="000000"/>
              </a:solidFill>
              <a:effectLst/>
              <a:uFillTx/>
              <a:latin typeface="Arial"/>
            </a:endParaRPr>
          </a:p>
        </p:txBody>
      </p:sp>
      <p:sp>
        <p:nvSpPr>
          <p:cNvPr id="4" name="PlaceHolder 3"/>
          <p:cNvSpPr>
            <a:spLocks noGrp="1"/>
          </p:cNvSpPr>
          <p:nvPr>
            <p:ph type="sldNum" idx="10"/>
          </p:nvPr>
        </p:nvSpPr>
        <p:spPr/>
        <p:txBody>
          <a:bodyPr/>
          <a:lstStyle/>
          <a:p>
            <a:fld id="{025E95E1-BF9E-4527-B96F-6950C993F899}" type="slidenum">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 name="PlaceHolder 1"/>
          <p:cNvSpPr>
            <a:spLocks noGrp="1"/>
          </p:cNvSpPr>
          <p:nvPr>
            <p:ph type="title" hasCustomPrompt="1"/>
          </p:nvPr>
        </p:nvSpPr>
        <p:spPr>
          <a:xfrm>
            <a:off x="587520" y="359280"/>
            <a:ext cx="84164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Grundelementer i et C-program</a:t>
            </a:r>
            <a:endParaRPr lang="en-US" sz="3600" b="1" u="none" strike="noStrike" spc="300">
              <a:solidFill>
                <a:schemeClr val="dk1"/>
              </a:solidFill>
              <a:effectLst/>
              <a:uFillTx/>
              <a:latin typeface="Consolas"/>
            </a:endParaRPr>
          </a:p>
        </p:txBody>
      </p:sp>
      <p:sp>
        <p:nvSpPr>
          <p:cNvPr id="979" name="PlaceHolder 2"/>
          <p:cNvSpPr>
            <a:spLocks noGrp="1"/>
          </p:cNvSpPr>
          <p:nvPr>
            <p:ph hasCustomPrompt="1"/>
          </p:nvPr>
        </p:nvSpPr>
        <p:spPr>
          <a:xfrm>
            <a:off x="587520" y="2143440"/>
            <a:ext cx="4488840" cy="3750840"/>
          </a:xfrm>
          <a:prstGeom prst="rect">
            <a:avLst/>
          </a:prstGeom>
          <a:noFill/>
          <a:ln w="0">
            <a:noFill/>
          </a:ln>
        </p:spPr>
        <p:txBody>
          <a:bodyPr lIns="0" tIns="45720" rIns="0" bIns="45720" anchor="t">
            <a:noAutofit/>
          </a:body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Et C-program består grundlæggende af følgende dele -</a:t>
            </a:r>
            <a:br>
              <a:rPr sz="1600"/>
            </a:br>
            <a:br>
              <a:rPr sz="1600"/>
            </a:br>
            <a:r>
              <a:rPr lang="da-DK" sz="1600" b="0" u="none" strike="noStrike">
                <a:solidFill>
                  <a:schemeClr val="dk1"/>
                </a:solidFill>
                <a:effectLst/>
                <a:uFillTx/>
                <a:latin typeface="Consolas"/>
              </a:rPr>
              <a:t>Preprocessor Commands (#include …)</a:t>
            </a: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Functions (main + printf)</a:t>
            </a: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Variables (ingen i dette eksempel)</a:t>
            </a: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Statements &amp; Expressions (return 0;)</a:t>
            </a: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Comments (/* my first program in C */)</a:t>
            </a:r>
          </a:p>
        </p:txBody>
      </p:sp>
      <p:sp>
        <p:nvSpPr>
          <p:cNvPr id="980" name="TextBox 1"/>
          <p:cNvSpPr/>
          <p:nvPr/>
        </p:nvSpPr>
        <p:spPr>
          <a:xfrm>
            <a:off x="6587280" y="4141080"/>
            <a:ext cx="4594680" cy="175284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defTabSz="914400">
              <a:lnSpc>
                <a:spcPct val="100000"/>
              </a:lnSpc>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sp>
        <p:nvSpPr>
          <p:cNvPr id="4" name="PlaceHolder 3"/>
          <p:cNvSpPr>
            <a:spLocks noGrp="1"/>
          </p:cNvSpPr>
          <p:nvPr>
            <p:ph type="sldNum" idx="10"/>
          </p:nvPr>
        </p:nvSpPr>
        <p:spPr/>
        <p:txBody>
          <a:bodyPr/>
          <a:lstStyle/>
          <a:p>
            <a:fld id="{C2EA7213-ECC4-47D9-B985-4B032C741179}" type="slidenum">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1" name="PlaceHolder 1"/>
          <p:cNvSpPr>
            <a:spLocks noGrp="1"/>
          </p:cNvSpPr>
          <p:nvPr>
            <p:ph type="title" hasCustomPrompt="1"/>
          </p:nvPr>
        </p:nvSpPr>
        <p:spPr>
          <a:xfrm>
            <a:off x="587520" y="359280"/>
            <a:ext cx="64616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Hvad er en token?</a:t>
            </a:r>
            <a:br>
              <a:rPr sz="3600"/>
            </a:br>
            <a:r>
              <a:rPr lang="da-DK" sz="2800" b="1" u="none" strike="noStrike" spc="300">
                <a:solidFill>
                  <a:schemeClr val="dk1"/>
                </a:solidFill>
                <a:effectLst/>
                <a:uFillTx/>
                <a:latin typeface="Consolas"/>
              </a:rPr>
              <a:t>- Mindste element</a:t>
            </a:r>
            <a:endParaRPr lang="en-US" sz="2800" b="1" u="none" strike="noStrike" spc="300">
              <a:solidFill>
                <a:schemeClr val="dk1"/>
              </a:solidFill>
              <a:effectLst/>
              <a:uFillTx/>
              <a:latin typeface="Consolas"/>
            </a:endParaRPr>
          </a:p>
        </p:txBody>
      </p:sp>
      <p:graphicFrame>
        <p:nvGraphicFramePr>
          <p:cNvPr id="982" name="Diagram1"/>
          <p:cNvGraphicFramePr/>
          <p:nvPr>
            <p:extLst>
              <p:ext uri="{D42A27DB-BD31-4B8C-83A1-F6EECF244321}">
                <p14:modId xmlns:p14="http://schemas.microsoft.com/office/powerpoint/2010/main" val="3577836512"/>
              </p:ext>
            </p:extLst>
          </p:nvPr>
        </p:nvGraphicFramePr>
        <p:xfrm>
          <a:off x="587520" y="1694160"/>
          <a:ext cx="11322720" cy="438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PlaceHolder 2"/>
          <p:cNvSpPr>
            <a:spLocks noGrp="1"/>
          </p:cNvSpPr>
          <p:nvPr>
            <p:ph type="sldNum" idx="10"/>
          </p:nvPr>
        </p:nvSpPr>
        <p:spPr/>
        <p:txBody>
          <a:bodyPr/>
          <a:lstStyle/>
          <a:p>
            <a:fld id="{A7D985EB-2A91-44DC-B416-54A8936DC241}" type="slidenu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983" name="PlaceHolder 1"/>
          <p:cNvSpPr>
            <a:spLocks noGrp="1"/>
          </p:cNvSpPr>
          <p:nvPr>
            <p:ph type="title" hasCustomPrompt="1"/>
          </p:nvPr>
        </p:nvSpPr>
        <p:spPr>
          <a:xfrm>
            <a:off x="587520" y="370440"/>
            <a:ext cx="10295640" cy="147312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Opgave - hello2</a:t>
            </a:r>
            <a:br>
              <a:rPr sz="3600"/>
            </a:br>
            <a:r>
              <a:rPr lang="da-DK" sz="3600" b="1" u="none" strike="noStrike" spc="300">
                <a:solidFill>
                  <a:schemeClr val="dk1"/>
                </a:solidFill>
                <a:effectLst/>
                <a:uFillTx/>
                <a:latin typeface="Consolas"/>
              </a:rPr>
              <a:t>C tokens</a:t>
            </a:r>
            <a:br>
              <a:rPr sz="3600"/>
            </a:br>
            <a:r>
              <a:rPr lang="da-DK" sz="2800" b="1" u="none" strike="noStrike" spc="300">
                <a:solidFill>
                  <a:schemeClr val="dk1"/>
                </a:solidFill>
                <a:effectLst/>
                <a:uFillTx/>
                <a:latin typeface="Consolas"/>
              </a:rPr>
              <a:t>Identificer alle tokens i følgende kode </a:t>
            </a:r>
            <a:endParaRPr lang="en-US" sz="2800" b="1" u="none" strike="noStrike" spc="300">
              <a:solidFill>
                <a:schemeClr val="dk1"/>
              </a:solidFill>
              <a:effectLst/>
              <a:uFillTx/>
              <a:latin typeface="Consolas"/>
            </a:endParaRPr>
          </a:p>
        </p:txBody>
      </p:sp>
      <p:sp>
        <p:nvSpPr>
          <p:cNvPr id="984" name="PlaceHolder 2"/>
          <p:cNvSpPr>
            <a:spLocks noGrp="1"/>
          </p:cNvSpPr>
          <p:nvPr>
            <p:ph hasCustomPrompt="1"/>
          </p:nvPr>
        </p:nvSpPr>
        <p:spPr>
          <a:xfrm>
            <a:off x="587520" y="2065320"/>
            <a:ext cx="6853680" cy="3702960"/>
          </a:xfrm>
          <a:prstGeom prst="rect">
            <a:avLst/>
          </a:prstGeom>
          <a:noFill/>
          <a:ln w="0">
            <a:noFill/>
          </a:ln>
        </p:spPr>
        <p:txBody>
          <a:bodyPr lIns="0" tIns="45720" rIns="0" bIns="45720" anchor="t">
            <a:normAutofit fontScale="92500" lnSpcReduction="1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Find alle tokens i Helloworld programmet her </a:t>
            </a:r>
            <a:r>
              <a:rPr lang="da-DK" sz="1600" b="0" u="sng" strike="noStrike">
                <a:solidFill>
                  <a:schemeClr val="dk1"/>
                </a:solidFill>
                <a:effectLst/>
                <a:uFillTx/>
                <a:latin typeface="Consolas"/>
                <a:hlinkClick r:id="rId2"/>
              </a:rPr>
              <a:t>AAU_ST1_Programmering_hello2 - C - OneCompiler</a:t>
            </a:r>
            <a:r>
              <a:rPr lang="da-DK" sz="1600" b="0" u="none" strike="noStrike">
                <a:solidFill>
                  <a:schemeClr val="dk1"/>
                </a:solidFill>
                <a:effectLst/>
                <a:uFillTx/>
                <a:latin typeface="Consolas"/>
              </a:rPr>
              <a:t>.</a:t>
            </a:r>
          </a:p>
          <a:p>
            <a:pPr indent="0" algn="l" defTabSz="914400">
              <a:lnSpc>
                <a:spcPct val="120000"/>
              </a:lnSpc>
              <a:spcBef>
                <a:spcPts val="1001"/>
              </a:spcBef>
              <a:buNone/>
              <a:tabLst>
                <a:tab pos="0" algn="l"/>
              </a:tabLst>
            </a:pPr>
            <a:r>
              <a:rPr lang="da-DK" sz="1600" b="1" u="none" strike="noStrike">
                <a:solidFill>
                  <a:schemeClr val="dk1"/>
                </a:solidFill>
                <a:effectLst/>
                <a:uFillTx/>
                <a:latin typeface="Consolas"/>
              </a:rPr>
              <a:t>Fremgangsmåde</a:t>
            </a:r>
            <a:r>
              <a:rPr lang="da-DK" sz="1600" b="0" u="none" strike="noStrike">
                <a:solidFill>
                  <a:schemeClr val="dk1"/>
                </a:solidFill>
                <a:effectLst/>
                <a:uFillTx/>
                <a:latin typeface="Consolas"/>
              </a:rPr>
              <a:t>: </a:t>
            </a:r>
          </a:p>
          <a:p>
            <a:pPr marL="285840"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Åben linket: </a:t>
            </a:r>
            <a:r>
              <a:rPr lang="da-DK" sz="1600" b="0" u="sng" strike="noStrike">
                <a:solidFill>
                  <a:schemeClr val="dk1"/>
                </a:solidFill>
                <a:effectLst/>
                <a:uFillTx/>
                <a:latin typeface="Consolas"/>
                <a:hlinkClick r:id="rId2"/>
              </a:rPr>
              <a:t>AAU_ST1_Programmering_hello2 - C - OneCompiler</a:t>
            </a:r>
            <a:endParaRPr lang="da-DK" sz="1600" b="0" u="none" strike="noStrike">
              <a:solidFill>
                <a:schemeClr val="dk1"/>
              </a:solidFill>
              <a:effectLst/>
              <a:uFillTx/>
              <a:latin typeface="Consolas"/>
            </a:endParaRPr>
          </a:p>
          <a:p>
            <a:pPr marL="285840"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Skriv en kommentar ud fra hver linje med tekst, og beskriv hvilke tokens hver linje indeholder.</a:t>
            </a:r>
          </a:p>
          <a:p>
            <a:pPr marL="285840"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Gem dine rettelser af programmet som ST1_Programmring_hello2</a:t>
            </a:r>
          </a:p>
          <a:p>
            <a:pPr marL="285840"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Kør programmet</a:t>
            </a:r>
          </a:p>
        </p:txBody>
      </p:sp>
      <p:sp>
        <p:nvSpPr>
          <p:cNvPr id="985" name="TextBox 1"/>
          <p:cNvSpPr/>
          <p:nvPr/>
        </p:nvSpPr>
        <p:spPr>
          <a:xfrm>
            <a:off x="6896880" y="4438440"/>
            <a:ext cx="4594680" cy="175284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defTabSz="914400">
              <a:lnSpc>
                <a:spcPct val="100000"/>
              </a:lnSpc>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sp>
        <p:nvSpPr>
          <p:cNvPr id="4" name="PlaceHolder 3"/>
          <p:cNvSpPr>
            <a:spLocks noGrp="1"/>
          </p:cNvSpPr>
          <p:nvPr>
            <p:ph type="sldNum" idx="6"/>
          </p:nvPr>
        </p:nvSpPr>
        <p:spPr/>
        <p:txBody>
          <a:bodyPr/>
          <a:lstStyle/>
          <a:p>
            <a:fld id="{0FD1A47F-AB0E-4F81-8631-9E3415BDF91F}" type="slidenum">
              <a:rPr/>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PlaceHolder 1"/>
          <p:cNvSpPr>
            <a:spLocks noGrp="1"/>
          </p:cNvSpPr>
          <p:nvPr>
            <p:ph type="title" hasCustomPrompt="1"/>
          </p:nvPr>
        </p:nvSpPr>
        <p:spPr>
          <a:xfrm>
            <a:off x="587520" y="359280"/>
            <a:ext cx="550728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Hvad er Keywords?</a:t>
            </a:r>
          </a:p>
        </p:txBody>
      </p:sp>
      <p:sp>
        <p:nvSpPr>
          <p:cNvPr id="987" name="PlaceHolder 2"/>
          <p:cNvSpPr>
            <a:spLocks noGrp="1"/>
          </p:cNvSpPr>
          <p:nvPr>
            <p:ph hasCustomPrompt="1"/>
          </p:nvPr>
        </p:nvSpPr>
        <p:spPr>
          <a:xfrm>
            <a:off x="587520" y="2143440"/>
            <a:ext cx="4488840" cy="3750840"/>
          </a:xfrm>
          <a:prstGeom prst="rect">
            <a:avLst/>
          </a:prstGeom>
          <a:noFill/>
          <a:ln w="0">
            <a:noFill/>
          </a:ln>
        </p:spPr>
        <p:txBody>
          <a:bodyPr lIns="0" tIns="45720" rIns="0" bIns="45720" anchor="t">
            <a:normAutofit/>
          </a:body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Keywords er foruddefinerede, reserverede ord, og har særlig betydning for compileren. </a:t>
            </a: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Keywords er en del af syntaksen, og de kan ikke bruges som en identifier. </a:t>
            </a: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For eksempel:</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da-DK" sz="1600" b="1" u="none" strike="noStrike">
                <a:solidFill>
                  <a:schemeClr val="dk1"/>
                </a:solidFill>
                <a:effectLst/>
                <a:uFillTx/>
                <a:latin typeface="Consolas"/>
              </a:rPr>
              <a:t>int </a:t>
            </a:r>
            <a:r>
              <a:rPr lang="da-DK" sz="1600" b="0" u="none" strike="noStrike">
                <a:solidFill>
                  <a:schemeClr val="dk1"/>
                </a:solidFill>
                <a:effectLst/>
                <a:uFillTx/>
                <a:latin typeface="Consolas"/>
              </a:rPr>
              <a:t>money</a:t>
            </a:r>
            <a:r>
              <a:rPr lang="da-DK" sz="1600" b="1" u="none" strike="noStrike">
                <a:solidFill>
                  <a:schemeClr val="dk1"/>
                </a:solidFill>
                <a:effectLst/>
                <a:uFillTx/>
                <a:latin typeface="Consolas"/>
              </a:rPr>
              <a:t>;</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Her er </a:t>
            </a:r>
            <a:r>
              <a:rPr lang="da-DK" sz="1600" b="1" u="none" strike="noStrike">
                <a:solidFill>
                  <a:schemeClr val="dk1"/>
                </a:solidFill>
                <a:effectLst/>
                <a:uFillTx/>
                <a:latin typeface="Consolas"/>
              </a:rPr>
              <a:t>int</a:t>
            </a:r>
            <a:r>
              <a:rPr lang="da-DK" sz="1600" b="0" u="none" strike="noStrike">
                <a:solidFill>
                  <a:schemeClr val="dk1"/>
                </a:solidFill>
                <a:effectLst/>
                <a:uFillTx/>
                <a:latin typeface="Consolas"/>
              </a:rPr>
              <a:t> et Keyword, der angiver, at money er en variabel af typen </a:t>
            </a:r>
            <a:r>
              <a:rPr lang="da-DK" sz="1600" b="1" u="none" strike="noStrike">
                <a:solidFill>
                  <a:schemeClr val="dk1"/>
                </a:solidFill>
                <a:effectLst/>
                <a:uFillTx/>
                <a:latin typeface="Consolas"/>
              </a:rPr>
              <a:t>int</a:t>
            </a:r>
            <a:r>
              <a:rPr lang="da-DK" sz="1600" b="0" u="none" strike="noStrike">
                <a:solidFill>
                  <a:schemeClr val="dk1"/>
                </a:solidFill>
                <a:effectLst/>
                <a:uFillTx/>
                <a:latin typeface="Consolas"/>
              </a:rPr>
              <a:t> (heltal).</a:t>
            </a:r>
          </a:p>
        </p:txBody>
      </p:sp>
      <p:pic>
        <p:nvPicPr>
          <p:cNvPr id="988" name="Billede 6"/>
          <p:cNvPicPr/>
          <p:nvPr/>
        </p:nvPicPr>
        <p:blipFill>
          <a:blip r:embed="rId2"/>
          <a:stretch/>
        </p:blipFill>
        <p:spPr>
          <a:xfrm>
            <a:off x="5798160" y="1728360"/>
            <a:ext cx="5540400" cy="3618000"/>
          </a:xfrm>
          <a:prstGeom prst="rect">
            <a:avLst/>
          </a:prstGeom>
          <a:noFill/>
          <a:ln w="0">
            <a:noFill/>
          </a:ln>
        </p:spPr>
      </p:pic>
      <p:sp>
        <p:nvSpPr>
          <p:cNvPr id="4" name="PlaceHolder 3"/>
          <p:cNvSpPr>
            <a:spLocks noGrp="1"/>
          </p:cNvSpPr>
          <p:nvPr>
            <p:ph type="sldNum" idx="10"/>
          </p:nvPr>
        </p:nvSpPr>
        <p:spPr/>
        <p:txBody>
          <a:bodyPr/>
          <a:lstStyle/>
          <a:p>
            <a:fld id="{A645D38D-C6CB-453D-8FA4-C204A6A2CB3F}" type="slidenum">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 name="PlaceHolder 1"/>
          <p:cNvSpPr>
            <a:spLocks noGrp="1"/>
          </p:cNvSpPr>
          <p:nvPr>
            <p:ph type="title" hasCustomPrompt="1"/>
          </p:nvPr>
        </p:nvSpPr>
        <p:spPr>
          <a:xfrm>
            <a:off x="587520" y="367560"/>
            <a:ext cx="608328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Hvad er </a:t>
            </a:r>
            <a:r>
              <a:rPr lang="da-DK" sz="3600" b="1" u="none" strike="noStrike" spc="300">
                <a:solidFill>
                  <a:schemeClr val="dk1"/>
                </a:solidFill>
                <a:effectLst/>
                <a:uFillTx/>
                <a:latin typeface="Consolas"/>
              </a:rPr>
              <a:t>Identifiers?</a:t>
            </a:r>
            <a:endParaRPr lang="en-US" sz="3600" b="1" u="none" strike="noStrike" spc="300">
              <a:solidFill>
                <a:schemeClr val="dk1"/>
              </a:solidFill>
              <a:effectLst/>
              <a:uFillTx/>
              <a:latin typeface="Consolas"/>
            </a:endParaRPr>
          </a:p>
        </p:txBody>
      </p:sp>
      <p:sp>
        <p:nvSpPr>
          <p:cNvPr id="990" name="PlaceHolder 2"/>
          <p:cNvSpPr>
            <a:spLocks noGrp="1"/>
          </p:cNvSpPr>
          <p:nvPr>
            <p:ph hasCustomPrompt="1"/>
          </p:nvPr>
        </p:nvSpPr>
        <p:spPr>
          <a:xfrm>
            <a:off x="587520" y="2262600"/>
            <a:ext cx="4885560" cy="3571200"/>
          </a:xfrm>
          <a:prstGeom prst="rect">
            <a:avLst/>
          </a:prstGeom>
          <a:noFill/>
          <a:ln w="0">
            <a:noFill/>
          </a:ln>
        </p:spPr>
        <p:txBody>
          <a:bodyPr lIns="0" tIns="45720" rIns="0" bIns="45720" anchor="t">
            <a:normAutofit fontScale="77500" lnSpcReduction="2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Identifiers henviser til navne givet til enheder såsom variabler, funktioner, strukturer osv.</a:t>
            </a: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Identifiers skal være unikke. De er oprettet for at give et entydigt navn til en enhed til at identificere det under udførelsen af programmet. For eksempel:</a:t>
            </a: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int </a:t>
            </a:r>
            <a:r>
              <a:rPr lang="da-DK" sz="1600" b="1" u="none" strike="noStrike">
                <a:solidFill>
                  <a:schemeClr val="dk1"/>
                </a:solidFill>
                <a:effectLst/>
                <a:uFillTx/>
                <a:latin typeface="Consolas"/>
              </a:rPr>
              <a:t>money</a:t>
            </a:r>
            <a:r>
              <a:rPr lang="da-DK" sz="1600" b="0" u="none" strike="noStrike">
                <a:solidFill>
                  <a:schemeClr val="dk1"/>
                </a:solidFill>
                <a:effectLst/>
                <a:uFillTx/>
                <a:latin typeface="Consolas"/>
              </a:rPr>
              <a:t>;</a:t>
            </a:r>
            <a:br>
              <a:rPr sz="1600"/>
            </a:br>
            <a:r>
              <a:rPr lang="da-DK" sz="1600" b="0" u="none" strike="noStrike">
                <a:solidFill>
                  <a:schemeClr val="dk1"/>
                </a:solidFill>
                <a:effectLst/>
                <a:uFillTx/>
                <a:latin typeface="Consolas"/>
              </a:rPr>
              <a:t>double </a:t>
            </a:r>
            <a:r>
              <a:rPr lang="da-DK" sz="1600" b="1" u="none" strike="noStrike">
                <a:solidFill>
                  <a:schemeClr val="dk1"/>
                </a:solidFill>
                <a:effectLst/>
                <a:uFillTx/>
                <a:latin typeface="Consolas"/>
              </a:rPr>
              <a:t>accountBalance</a:t>
            </a:r>
            <a:r>
              <a:rPr lang="da-DK" sz="1600" b="0" u="none" strike="noStrike">
                <a:solidFill>
                  <a:schemeClr val="dk1"/>
                </a:solidFill>
                <a:effectLst/>
                <a:uFillTx/>
                <a:latin typeface="Consolas"/>
              </a:rPr>
              <a:t>;</a:t>
            </a: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Her er </a:t>
            </a:r>
            <a:r>
              <a:rPr lang="da-DK" sz="1600" b="1" u="none" strike="noStrike">
                <a:solidFill>
                  <a:schemeClr val="dk1"/>
                </a:solidFill>
                <a:effectLst/>
                <a:uFillTx/>
                <a:latin typeface="Consolas"/>
              </a:rPr>
              <a:t>money</a:t>
            </a:r>
            <a:r>
              <a:rPr lang="da-DK" sz="1600" b="0" u="none" strike="noStrike">
                <a:solidFill>
                  <a:schemeClr val="dk1"/>
                </a:solidFill>
                <a:effectLst/>
                <a:uFillTx/>
                <a:latin typeface="Consolas"/>
              </a:rPr>
              <a:t> og </a:t>
            </a:r>
            <a:r>
              <a:rPr lang="da-DK" sz="1600" b="1" u="none" strike="noStrike">
                <a:solidFill>
                  <a:schemeClr val="dk1"/>
                </a:solidFill>
                <a:effectLst/>
                <a:uFillTx/>
                <a:latin typeface="Consolas"/>
              </a:rPr>
              <a:t>accountBalance</a:t>
            </a:r>
            <a:r>
              <a:rPr lang="da-DK" sz="1600" b="0" u="none" strike="noStrike">
                <a:solidFill>
                  <a:schemeClr val="dk1"/>
                </a:solidFill>
                <a:effectLst/>
                <a:uFillTx/>
                <a:latin typeface="Consolas"/>
              </a:rPr>
              <a:t> Identifiers.</a:t>
            </a: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p:txBody>
      </p:sp>
      <p:pic>
        <p:nvPicPr>
          <p:cNvPr id="991" name="Billede 6"/>
          <p:cNvPicPr/>
          <p:nvPr/>
        </p:nvPicPr>
        <p:blipFill>
          <a:blip r:embed="rId2"/>
          <a:stretch/>
        </p:blipFill>
        <p:spPr>
          <a:xfrm>
            <a:off x="5474520" y="1167840"/>
            <a:ext cx="6378120" cy="4520880"/>
          </a:xfrm>
          <a:prstGeom prst="rect">
            <a:avLst/>
          </a:prstGeom>
          <a:noFill/>
          <a:ln w="0">
            <a:noFill/>
          </a:ln>
        </p:spPr>
      </p:pic>
      <p:sp>
        <p:nvSpPr>
          <p:cNvPr id="992" name="Tekstfelt 13"/>
          <p:cNvSpPr/>
          <p:nvPr/>
        </p:nvSpPr>
        <p:spPr>
          <a:xfrm>
            <a:off x="6813720" y="838080"/>
            <a:ext cx="3699000" cy="36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a-DK" sz="1800" b="0" u="none" strike="noStrike">
                <a:solidFill>
                  <a:schemeClr val="dk1"/>
                </a:solidFill>
                <a:effectLst/>
                <a:uFillTx/>
                <a:latin typeface="Consolas"/>
              </a:rPr>
              <a:t>Regler for identifiers</a:t>
            </a:r>
            <a:endParaRPr lang="en-US" sz="1800" b="0" u="none" strike="noStrike">
              <a:solidFill>
                <a:srgbClr val="000000"/>
              </a:solidFill>
              <a:effectLst/>
              <a:uFillTx/>
              <a:latin typeface="Arial"/>
            </a:endParaRPr>
          </a:p>
        </p:txBody>
      </p:sp>
      <p:sp>
        <p:nvSpPr>
          <p:cNvPr id="4" name="PlaceHolder 3"/>
          <p:cNvSpPr>
            <a:spLocks noGrp="1"/>
          </p:cNvSpPr>
          <p:nvPr>
            <p:ph type="sldNum" idx="8"/>
          </p:nvPr>
        </p:nvSpPr>
        <p:spPr/>
        <p:txBody>
          <a:bodyPr/>
          <a:lstStyle/>
          <a:p>
            <a:fld id="{4A55D095-2352-4EA1-8986-8972F77E2F00}" type="slidenum">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 name="PlaceHolder 1"/>
          <p:cNvSpPr>
            <a:spLocks noGrp="1"/>
          </p:cNvSpPr>
          <p:nvPr>
            <p:ph type="title" hasCustomPrompt="1"/>
          </p:nvPr>
        </p:nvSpPr>
        <p:spPr>
          <a:xfrm>
            <a:off x="587520" y="359280"/>
            <a:ext cx="81212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Hvad er et Character Set?</a:t>
            </a:r>
            <a:br>
              <a:rPr sz="3600"/>
            </a:br>
            <a:endParaRPr lang="en-US" sz="3600" b="1" u="none" strike="noStrike" spc="300">
              <a:solidFill>
                <a:schemeClr val="dk1"/>
              </a:solidFill>
              <a:effectLst/>
              <a:uFillTx/>
              <a:latin typeface="Consolas"/>
            </a:endParaRPr>
          </a:p>
        </p:txBody>
      </p:sp>
      <p:sp>
        <p:nvSpPr>
          <p:cNvPr id="994" name="PlaceHolder 2"/>
          <p:cNvSpPr>
            <a:spLocks noGrp="1"/>
          </p:cNvSpPr>
          <p:nvPr>
            <p:ph hasCustomPrompt="1"/>
          </p:nvPr>
        </p:nvSpPr>
        <p:spPr>
          <a:xfrm>
            <a:off x="907920" y="1553040"/>
            <a:ext cx="4488840" cy="3750840"/>
          </a:xfrm>
          <a:prstGeom prst="rect">
            <a:avLst/>
          </a:prstGeom>
          <a:noFill/>
          <a:ln w="0">
            <a:noFill/>
          </a:ln>
        </p:spPr>
        <p:txBody>
          <a:bodyPr lIns="0" tIns="45720" rIns="0" bIns="45720" anchor="t">
            <a:normAutofit fontScale="92500" lnSpcReduction="19999"/>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We write our C code in a text editor and thus use a set of characters. </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Some of our keys on the keyboard in Denmark are not allowed, for example æ, ø and å. </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æ, ø and å can be used when writing comments to the code.</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1" u="none" strike="noStrike">
                <a:solidFill>
                  <a:schemeClr val="dk1"/>
                </a:solidFill>
                <a:effectLst/>
                <a:uFillTx/>
                <a:latin typeface="Consolas"/>
              </a:rPr>
              <a:t>Permitted grades in a C program are</a:t>
            </a:r>
            <a:r>
              <a:rPr lang="en-US" sz="1600" b="0" u="none" strike="noStrike">
                <a:solidFill>
                  <a:schemeClr val="dk1"/>
                </a:solidFill>
                <a:effectLst/>
                <a:uFillTx/>
                <a:latin typeface="Consolas"/>
              </a:rPr>
              <a:t>:</a:t>
            </a:r>
            <a:endParaRPr lang="da-DK"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en-US" sz="1600" b="0" u="none" strike="noStrike">
                <a:solidFill>
                  <a:schemeClr val="dk1"/>
                </a:solidFill>
                <a:effectLst/>
                <a:uFillTx/>
                <a:latin typeface="Consolas"/>
              </a:rPr>
              <a:t>Letters:	A-Z, a-z</a:t>
            </a:r>
            <a:endParaRPr lang="da-DK"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en-US" sz="1600" b="0" u="none" strike="noStrike">
                <a:solidFill>
                  <a:schemeClr val="dk1"/>
                </a:solidFill>
                <a:effectLst/>
                <a:uFillTx/>
                <a:latin typeface="Consolas"/>
              </a:rPr>
              <a:t>Numbers:	0-9</a:t>
            </a:r>
            <a:endParaRPr lang="da-DK"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en-US" sz="1600" b="0" u="none" strike="noStrike">
                <a:solidFill>
                  <a:schemeClr val="dk1"/>
                </a:solidFill>
                <a:effectLst/>
                <a:uFillTx/>
                <a:latin typeface="Consolas"/>
              </a:rPr>
              <a:t>Special characters:~ ! @ # $ % ^ &amp; * ( ) _ + { } [ ]</a:t>
            </a:r>
            <a:br>
              <a:rPr sz="1600"/>
            </a:br>
            <a:r>
              <a:rPr lang="en-US" sz="1600" b="0" u="none" strike="noStrike">
                <a:solidFill>
                  <a:schemeClr val="dk1"/>
                </a:solidFill>
                <a:effectLst/>
                <a:uFillTx/>
                <a:latin typeface="Consolas"/>
              </a:rPr>
              <a:t>		- &lt; &gt; , . / ? \ | : ; " ‘</a:t>
            </a:r>
            <a:endParaRPr lang="da-DK" sz="1600" b="0" u="none" strike="noStrike">
              <a:solidFill>
                <a:schemeClr val="dk1"/>
              </a:solidFill>
              <a:effectLst/>
              <a:uFillTx/>
              <a:latin typeface="Consolas"/>
            </a:endParaRPr>
          </a:p>
          <a:p>
            <a:pPr marL="285840" indent="-285840" algn="l" defTabSz="914400">
              <a:lnSpc>
                <a:spcPct val="100000"/>
              </a:lnSpc>
              <a:spcBef>
                <a:spcPts val="601"/>
              </a:spcBef>
              <a:buSzPct val="100051"/>
              <a:buBlip>
                <a:blip r:embed="rId2"/>
              </a:buBlip>
              <a:tabLst>
                <a:tab pos="0" algn="l"/>
              </a:tabLst>
            </a:pPr>
            <a:r>
              <a:rPr lang="en-US" sz="1600" b="0" u="none" strike="noStrike">
                <a:solidFill>
                  <a:schemeClr val="dk1"/>
                </a:solidFill>
                <a:effectLst/>
                <a:uFillTx/>
                <a:latin typeface="Consolas"/>
              </a:rPr>
              <a:t>White Spaces:	Horizontal tab</a:t>
            </a:r>
            <a:br>
              <a:rPr sz="1600"/>
            </a:br>
            <a:r>
              <a:rPr lang="en-US" sz="1600" b="0" u="none" strike="noStrike">
                <a:solidFill>
                  <a:schemeClr val="dk1"/>
                </a:solidFill>
                <a:effectLst/>
                <a:uFillTx/>
                <a:latin typeface="Consolas"/>
              </a:rPr>
              <a:t>		Carriage return</a:t>
            </a:r>
            <a:br>
              <a:rPr sz="1600"/>
            </a:br>
            <a:r>
              <a:rPr lang="en-US" sz="1600" b="0" u="none" strike="noStrike">
                <a:solidFill>
                  <a:schemeClr val="dk1"/>
                </a:solidFill>
                <a:effectLst/>
                <a:uFillTx/>
                <a:latin typeface="Consolas"/>
              </a:rPr>
              <a:t>		New line</a:t>
            </a:r>
            <a:br>
              <a:rPr sz="1600"/>
            </a:br>
            <a:r>
              <a:rPr lang="en-US" sz="1600" b="0" u="none" strike="noStrike">
                <a:solidFill>
                  <a:schemeClr val="dk1"/>
                </a:solidFill>
                <a:effectLst/>
                <a:uFillTx/>
                <a:latin typeface="Consolas"/>
              </a:rPr>
              <a:t>		Form feed</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p:txBody>
      </p:sp>
      <p:pic>
        <p:nvPicPr>
          <p:cNvPr id="995" name="Billede 6"/>
          <p:cNvPicPr/>
          <p:nvPr/>
        </p:nvPicPr>
        <p:blipFill>
          <a:blip r:embed="rId3"/>
          <a:stretch/>
        </p:blipFill>
        <p:spPr>
          <a:xfrm>
            <a:off x="5939280" y="1271160"/>
            <a:ext cx="5663880" cy="4313880"/>
          </a:xfrm>
          <a:prstGeom prst="rect">
            <a:avLst/>
          </a:prstGeom>
          <a:noFill/>
          <a:ln w="0">
            <a:noFill/>
          </a:ln>
        </p:spPr>
      </p:pic>
      <p:sp>
        <p:nvSpPr>
          <p:cNvPr id="4" name="PlaceHolder 3"/>
          <p:cNvSpPr>
            <a:spLocks noGrp="1"/>
          </p:cNvSpPr>
          <p:nvPr>
            <p:ph type="sldNum" idx="10"/>
          </p:nvPr>
        </p:nvSpPr>
        <p:spPr/>
        <p:txBody>
          <a:bodyPr/>
          <a:lstStyle/>
          <a:p>
            <a:fld id="{E305E35B-BE3D-4BDE-9CDA-182F6B6ACC08}" type="slidenum">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 name="PlaceHolder 1"/>
          <p:cNvSpPr>
            <a:spLocks noGrp="1"/>
          </p:cNvSpPr>
          <p:nvPr>
            <p:ph type="title" hasCustomPrompt="1"/>
          </p:nvPr>
        </p:nvSpPr>
        <p:spPr>
          <a:xfrm>
            <a:off x="587520" y="367560"/>
            <a:ext cx="624600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Navngivning af variabler</a:t>
            </a:r>
          </a:p>
        </p:txBody>
      </p:sp>
      <p:sp>
        <p:nvSpPr>
          <p:cNvPr id="997" name="PlaceHolder 2"/>
          <p:cNvSpPr>
            <a:spLocks noGrp="1"/>
          </p:cNvSpPr>
          <p:nvPr>
            <p:ph hasCustomPrompt="1"/>
          </p:nvPr>
        </p:nvSpPr>
        <p:spPr>
          <a:xfrm>
            <a:off x="587520" y="2262600"/>
            <a:ext cx="5173200" cy="3571200"/>
          </a:xfrm>
          <a:prstGeom prst="rect">
            <a:avLst/>
          </a:prstGeom>
          <a:noFill/>
          <a:ln w="0">
            <a:noFill/>
          </a:ln>
        </p:spPr>
        <p:txBody>
          <a:bodyPr lIns="0" tIns="45720" rIns="0" bIns="45720" anchor="t">
            <a:normAutofit/>
          </a:bodyPr>
          <a:lstStyle/>
          <a:p>
            <a:pPr indent="0" algn="l" defTabSz="914400">
              <a:lnSpc>
                <a:spcPct val="120000"/>
              </a:lnSpc>
              <a:spcBef>
                <a:spcPts val="1001"/>
              </a:spcBef>
              <a:buNone/>
              <a:tabLst>
                <a:tab pos="0" algn="l"/>
              </a:tabLst>
            </a:pPr>
            <a:r>
              <a:rPr lang="da-DK" sz="1800" b="0" u="sng" strike="noStrike">
                <a:solidFill>
                  <a:schemeClr val="dk1"/>
                </a:solidFill>
                <a:effectLst/>
                <a:uFillTx/>
                <a:latin typeface="Consolas"/>
                <a:hlinkClick r:id="rId2"/>
              </a:rPr>
              <a:t>https://www.geeksforgeeks.org/naming-convention-in-c/</a:t>
            </a:r>
            <a:endParaRPr lang="da-DK" sz="18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800" b="0" u="none" strike="noStrike">
                <a:solidFill>
                  <a:schemeClr val="dk1"/>
                </a:solidFill>
                <a:effectLst/>
                <a:uFillTx/>
                <a:latin typeface="Consolas"/>
              </a:rPr>
              <a:t>Der er mange navne konventioner</a:t>
            </a:r>
          </a:p>
          <a:p>
            <a:pPr indent="0" algn="l" defTabSz="914400">
              <a:lnSpc>
                <a:spcPct val="120000"/>
              </a:lnSpc>
              <a:spcBef>
                <a:spcPts val="1001"/>
              </a:spcBef>
              <a:buNone/>
              <a:tabLst>
                <a:tab pos="0" algn="l"/>
              </a:tabLst>
            </a:pPr>
            <a:r>
              <a:rPr lang="da-DK" sz="1800" b="0" u="none" strike="noStrike">
                <a:solidFill>
                  <a:schemeClr val="dk1"/>
                </a:solidFill>
                <a:effectLst/>
                <a:uFillTx/>
                <a:latin typeface="Consolas"/>
              </a:rPr>
              <a:t>Variable navnet er den simpleste fejlfindings teknik</a:t>
            </a:r>
          </a:p>
          <a:p>
            <a:pPr indent="0" algn="l" defTabSz="914400">
              <a:lnSpc>
                <a:spcPct val="107000"/>
              </a:lnSpc>
              <a:spcBef>
                <a:spcPts val="1001"/>
              </a:spcBef>
              <a:buNone/>
              <a:tabLst>
                <a:tab pos="0" algn="l"/>
              </a:tabLst>
            </a:pPr>
            <a:endParaRPr lang="da-DK" sz="1800" b="0" u="none" strike="noStrike">
              <a:solidFill>
                <a:schemeClr val="dk1"/>
              </a:solidFill>
              <a:effectLst/>
              <a:uFillTx/>
              <a:latin typeface="Consolas"/>
            </a:endParaRPr>
          </a:p>
          <a:p>
            <a:pPr indent="0" algn="l" defTabSz="914400">
              <a:lnSpc>
                <a:spcPct val="107000"/>
              </a:lnSpc>
              <a:spcBef>
                <a:spcPts val="1001"/>
              </a:spcBef>
              <a:buNone/>
              <a:tabLst>
                <a:tab pos="0" algn="l"/>
              </a:tabLst>
            </a:pPr>
            <a:endParaRPr lang="da-DK" sz="1800" b="0" u="none" strike="noStrike">
              <a:solidFill>
                <a:schemeClr val="dk1"/>
              </a:solidFill>
              <a:effectLst/>
              <a:uFillTx/>
              <a:latin typeface="Consolas"/>
            </a:endParaRPr>
          </a:p>
        </p:txBody>
      </p:sp>
      <p:sp>
        <p:nvSpPr>
          <p:cNvPr id="998" name="TextBox 2"/>
          <p:cNvSpPr/>
          <p:nvPr/>
        </p:nvSpPr>
        <p:spPr>
          <a:xfrm>
            <a:off x="587520" y="5035320"/>
            <a:ext cx="4594680" cy="175284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0000"/>
              </a:lnSpc>
              <a:buClr>
                <a:srgbClr val="859900"/>
              </a:buClr>
              <a:buFont typeface="Consolas"/>
              <a:buAutoNum type="arabicPeriod"/>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marL="343080" indent="-343080" defTabSz="914400">
              <a:lnSpc>
                <a:spcPct val="100000"/>
              </a:lnSpc>
              <a:buClr>
                <a:srgbClr val="586E75"/>
              </a:buClr>
              <a:buFont typeface="Consolas"/>
              <a:buAutoNum type="arabicPeriod"/>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argc, </a:t>
            </a:r>
            <a:r>
              <a:rPr lang="en-US" sz="1800" b="1" u="none" strike="noStrike">
                <a:solidFill>
                  <a:srgbClr val="586E75"/>
                </a:solidFill>
                <a:effectLst/>
                <a:uFillTx/>
                <a:latin typeface="Consolas"/>
              </a:rPr>
              <a:t>char</a:t>
            </a:r>
            <a:r>
              <a:rPr lang="en-US" sz="1800" b="0" u="none" strike="noStrike">
                <a:solidFill>
                  <a:srgbClr val="859900"/>
                </a:solidFill>
                <a:effectLst/>
                <a:uFillTx/>
                <a:latin typeface="Consolas"/>
              </a:rPr>
              <a:t>**</a:t>
            </a:r>
            <a:r>
              <a:rPr lang="en-US" sz="1800" b="0" u="none" strike="noStrike">
                <a:solidFill>
                  <a:srgbClr val="657B83"/>
                </a:solidFill>
                <a:effectLst/>
                <a:uFillTx/>
                <a:latin typeface="Consolas"/>
              </a:rPr>
              <a:t> argv)</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graphicFrame>
        <p:nvGraphicFramePr>
          <p:cNvPr id="999" name="Table 8"/>
          <p:cNvGraphicFramePr/>
          <p:nvPr/>
        </p:nvGraphicFramePr>
        <p:xfrm>
          <a:off x="5761800" y="1260000"/>
          <a:ext cx="6057720" cy="3591360"/>
        </p:xfrm>
        <a:graphic>
          <a:graphicData uri="http://schemas.openxmlformats.org/drawingml/2006/table">
            <a:tbl>
              <a:tblPr/>
              <a:tblGrid>
                <a:gridCol w="1529640">
                  <a:extLst>
                    <a:ext uri="{9D8B030D-6E8A-4147-A177-3AD203B41FA5}">
                      <a16:colId xmlns:a16="http://schemas.microsoft.com/office/drawing/2014/main" val="20000"/>
                    </a:ext>
                  </a:extLst>
                </a:gridCol>
                <a:gridCol w="4528080">
                  <a:extLst>
                    <a:ext uri="{9D8B030D-6E8A-4147-A177-3AD203B41FA5}">
                      <a16:colId xmlns:a16="http://schemas.microsoft.com/office/drawing/2014/main" val="20001"/>
                    </a:ext>
                  </a:extLst>
                </a:gridCol>
              </a:tblGrid>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Trivial Variables: </a:t>
                      </a:r>
                      <a:r>
                        <a:rPr lang="da-DK" sz="1000" b="0" u="none" strike="noStrike">
                          <a:solidFill>
                            <a:schemeClr val="dk1"/>
                          </a:solidFill>
                          <a:effectLst/>
                          <a:uFillTx/>
                          <a:latin typeface="Calibri"/>
                          <a:ea typeface="Calibri"/>
                        </a:rPr>
                        <a:t>	</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pPr>
                      <a:r>
                        <a:rPr lang="en-DK" sz="1000" b="0" u="none" strike="noStrike">
                          <a:solidFill>
                            <a:schemeClr val="dk1"/>
                          </a:solidFill>
                          <a:effectLst/>
                          <a:uFillTx/>
                          <a:latin typeface="Calibri"/>
                          <a:ea typeface="Calibri"/>
                        </a:rPr>
                        <a:t>i,n,c,etc... (Only one letter. If one letter isn't clear, then make it a Local Variable)</a:t>
                      </a: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0"/>
                  </a:ext>
                </a:extLst>
              </a:tr>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Local Variables: </a:t>
                      </a:r>
                      <a:r>
                        <a:rPr lang="da-DK" sz="1000" b="0" u="none" strike="noStrike">
                          <a:solidFill>
                            <a:schemeClr val="dk1"/>
                          </a:solidFill>
                          <a:effectLst/>
                          <a:uFillTx/>
                          <a:latin typeface="Calibri"/>
                          <a:ea typeface="Calibri"/>
                        </a:rPr>
                        <a:t>	</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pPr>
                      <a:r>
                        <a:rPr lang="da-DK" sz="1000" b="0" u="none" strike="noStrike">
                          <a:solidFill>
                            <a:schemeClr val="dk1"/>
                          </a:solidFill>
                          <a:effectLst/>
                          <a:uFillTx/>
                          <a:latin typeface="Calibri"/>
                          <a:ea typeface="Calibri"/>
                        </a:rPr>
                        <a:t>lower_c</a:t>
                      </a:r>
                      <a:r>
                        <a:rPr lang="en-DK" sz="1000" b="0" u="none" strike="noStrike">
                          <a:solidFill>
                            <a:schemeClr val="dk1"/>
                          </a:solidFill>
                          <a:effectLst/>
                          <a:uFillTx/>
                          <a:latin typeface="Calibri"/>
                          <a:ea typeface="Calibri"/>
                        </a:rPr>
                        <a:t>ase</a:t>
                      </a: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1"/>
                  </a:ext>
                </a:extLst>
              </a:tr>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Global Variables: </a:t>
                      </a:r>
                      <a:r>
                        <a:rPr lang="da-DK" sz="1000" b="0" u="none" strike="noStrike">
                          <a:solidFill>
                            <a:schemeClr val="dk1"/>
                          </a:solidFill>
                          <a:effectLst/>
                          <a:uFillTx/>
                          <a:latin typeface="Calibri"/>
                          <a:ea typeface="Calibri"/>
                        </a:rPr>
                        <a:t>	</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pPr>
                      <a:r>
                        <a:rPr lang="en-DK" sz="1000" b="0" u="none" strike="noStrike">
                          <a:solidFill>
                            <a:schemeClr val="dk1"/>
                          </a:solidFill>
                          <a:effectLst/>
                          <a:uFillTx/>
                          <a:latin typeface="Calibri"/>
                          <a:ea typeface="Calibri"/>
                        </a:rPr>
                        <a:t>g_</a:t>
                      </a:r>
                      <a:r>
                        <a:rPr lang="da-DK" sz="1000" b="0" u="none" strike="noStrike">
                          <a:solidFill>
                            <a:schemeClr val="dk1"/>
                          </a:solidFill>
                          <a:effectLst/>
                          <a:uFillTx/>
                          <a:latin typeface="Calibri"/>
                          <a:ea typeface="Calibri"/>
                        </a:rPr>
                        <a:t>lower_c</a:t>
                      </a:r>
                      <a:r>
                        <a:rPr lang="en-DK" sz="1000" b="0" u="none" strike="noStrike">
                          <a:solidFill>
                            <a:schemeClr val="dk1"/>
                          </a:solidFill>
                          <a:effectLst/>
                          <a:uFillTx/>
                          <a:latin typeface="Calibri"/>
                          <a:ea typeface="Calibri"/>
                        </a:rPr>
                        <a:t>ase</a:t>
                      </a: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2"/>
                  </a:ext>
                </a:extLst>
              </a:tr>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Const Variables: </a:t>
                      </a:r>
                      <a:r>
                        <a:rPr lang="da-DK" sz="1000" b="0" u="none" strike="noStrike">
                          <a:solidFill>
                            <a:schemeClr val="dk1"/>
                          </a:solidFill>
                          <a:effectLst/>
                          <a:uFillTx/>
                          <a:latin typeface="Calibri"/>
                          <a:ea typeface="Calibri"/>
                        </a:rPr>
                        <a:t>	</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pPr>
                      <a:r>
                        <a:rPr lang="en-DK" sz="1000" b="0" u="none" strike="noStrike">
                          <a:solidFill>
                            <a:schemeClr val="dk1"/>
                          </a:solidFill>
                          <a:effectLst/>
                          <a:uFillTx/>
                          <a:latin typeface="Calibri"/>
                          <a:ea typeface="Calibri"/>
                        </a:rPr>
                        <a:t>ALL_CAPS</a:t>
                      </a: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3"/>
                  </a:ext>
                </a:extLst>
              </a:tr>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Pointer Variables:</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p_ to the prefix. For global variables it would be gp_var, for local variables p_var, for const variables p_VAR. </a:t>
                      </a: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4"/>
                  </a:ext>
                </a:extLst>
              </a:tr>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Structs:</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ModulePascalCase (Module = full module name, or a 2-3 letter abbreviation, but still in PascalCase.)</a:t>
                      </a:r>
                      <a:endParaRPr lang="en-US" sz="1000" b="0" u="none" strike="noStrike">
                        <a:solidFill>
                          <a:srgbClr val="000000"/>
                        </a:solidFill>
                        <a:effectLst/>
                        <a:uFillTx/>
                        <a:latin typeface="Arial"/>
                      </a:endParaRPr>
                    </a:p>
                    <a:p>
                      <a:pPr defTabSz="914400">
                        <a:lnSpc>
                          <a:spcPct val="100000"/>
                        </a:lnSpc>
                        <a:tabLst>
                          <a:tab pos="0" algn="l"/>
                        </a:tabLst>
                      </a:pP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5"/>
                  </a:ext>
                </a:extLst>
              </a:tr>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Struct Member Variables:</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tabLst>
                          <a:tab pos="0" algn="l"/>
                        </a:tabLst>
                      </a:pPr>
                      <a:r>
                        <a:rPr lang="da-DK" sz="1000" b="0" u="none" strike="noStrike">
                          <a:solidFill>
                            <a:schemeClr val="dk1"/>
                          </a:solidFill>
                          <a:effectLst/>
                          <a:uFillTx/>
                          <a:latin typeface="Calibri"/>
                          <a:ea typeface="Calibri"/>
                        </a:rPr>
                        <a:t>lower_c</a:t>
                      </a:r>
                      <a:r>
                        <a:rPr lang="en-DK" sz="1000" b="0" u="none" strike="noStrike">
                          <a:solidFill>
                            <a:schemeClr val="dk1"/>
                          </a:solidFill>
                          <a:effectLst/>
                          <a:uFillTx/>
                          <a:latin typeface="Calibri"/>
                          <a:ea typeface="Calibri"/>
                        </a:rPr>
                        <a:t>ase</a:t>
                      </a:r>
                      <a:endParaRPr lang="en-US" sz="1000" b="0" u="none" strike="noStrike">
                        <a:solidFill>
                          <a:srgbClr val="000000"/>
                        </a:solidFill>
                        <a:effectLst/>
                        <a:uFillTx/>
                        <a:latin typeface="Arial"/>
                      </a:endParaRPr>
                    </a:p>
                    <a:p>
                      <a:pPr defTabSz="914400">
                        <a:lnSpc>
                          <a:spcPct val="100000"/>
                        </a:lnSpc>
                        <a:tabLst>
                          <a:tab pos="0" algn="l"/>
                        </a:tabLst>
                      </a:pP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6"/>
                  </a:ext>
                </a:extLst>
              </a:tr>
              <a:tr h="370800">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Enums:</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tabLst>
                          <a:tab pos="0" algn="l"/>
                        </a:tabLst>
                      </a:pPr>
                      <a:r>
                        <a:rPr lang="en-DK" sz="1000" b="0" u="none" strike="noStrike">
                          <a:solidFill>
                            <a:schemeClr val="dk1"/>
                          </a:solidFill>
                          <a:effectLst/>
                          <a:uFillTx/>
                          <a:latin typeface="Calibri"/>
                          <a:ea typeface="Calibri"/>
                        </a:rPr>
                        <a:t>Module</a:t>
                      </a:r>
                      <a:r>
                        <a:rPr lang="da-DK" sz="1000" b="0" u="none" strike="noStrike">
                          <a:solidFill>
                            <a:schemeClr val="dk1"/>
                          </a:solidFill>
                          <a:effectLst/>
                          <a:uFillTx/>
                          <a:latin typeface="Calibri"/>
                          <a:ea typeface="Calibri"/>
                        </a:rPr>
                        <a:t>_</a:t>
                      </a:r>
                      <a:r>
                        <a:rPr lang="en-DK" sz="1000" b="0" u="none" strike="noStrike">
                          <a:solidFill>
                            <a:schemeClr val="dk1"/>
                          </a:solidFill>
                          <a:effectLst/>
                          <a:uFillTx/>
                          <a:latin typeface="Calibri"/>
                          <a:ea typeface="Calibri"/>
                        </a:rPr>
                        <a:t>PascalCase</a:t>
                      </a:r>
                      <a:endParaRPr lang="en-US" sz="1000" b="0" u="none" strike="noStrike">
                        <a:solidFill>
                          <a:srgbClr val="000000"/>
                        </a:solidFill>
                        <a:effectLst/>
                        <a:uFillTx/>
                        <a:latin typeface="Arial"/>
                      </a:endParaRPr>
                    </a:p>
                    <a:p>
                      <a:pPr defTabSz="914400">
                        <a:lnSpc>
                          <a:spcPct val="100000"/>
                        </a:lnSpc>
                        <a:tabLst>
                          <a:tab pos="0" algn="l"/>
                        </a:tabLst>
                      </a:pP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7"/>
                  </a:ext>
                </a:extLst>
              </a:tr>
              <a:tr h="370800">
                <a:tc>
                  <a:txBody>
                    <a:bodyPr/>
                    <a:lstStyle/>
                    <a:p>
                      <a:pPr defTabSz="914400">
                        <a:lnSpc>
                          <a:spcPct val="107000"/>
                        </a:lnSpc>
                        <a:tabLst>
                          <a:tab pos="0" algn="l"/>
                        </a:tabLst>
                      </a:pPr>
                      <a:r>
                        <a:rPr lang="en-DK" sz="1000" b="0" u="none" strike="noStrike">
                          <a:solidFill>
                            <a:schemeClr val="dk1"/>
                          </a:solidFill>
                          <a:effectLst/>
                          <a:uFillTx/>
                          <a:latin typeface="Calibri"/>
                          <a:ea typeface="Calibri"/>
                        </a:rPr>
                        <a:t>Enum Values:</a:t>
                      </a:r>
                      <a:endParaRPr lang="en-US" sz="1000" b="0" u="none" strike="noStrike">
                        <a:solidFill>
                          <a:srgbClr val="000000"/>
                        </a:solidFill>
                        <a:effectLst/>
                        <a:uFillTx/>
                        <a:latin typeface="Arial"/>
                      </a:endParaRPr>
                    </a:p>
                  </a:txBody>
                  <a:tcPr>
                    <a:lnL w="12240">
                      <a:solidFill>
                        <a:srgbClr val="211A52"/>
                      </a:solidFill>
                      <a:prstDash val="solid"/>
                    </a:lnL>
                    <a:lnR w="12240">
                      <a:noFill/>
                      <a:prstDash val="solid"/>
                    </a:lnR>
                    <a:lnT w="12240">
                      <a:solidFill>
                        <a:srgbClr val="211A52"/>
                      </a:solidFill>
                      <a:prstDash val="solid"/>
                    </a:lnT>
                    <a:lnB w="12240">
                      <a:solidFill>
                        <a:srgbClr val="211A52"/>
                      </a:solidFill>
                      <a:prstDash val="solid"/>
                    </a:lnB>
                    <a:noFill/>
                  </a:tcPr>
                </a:tc>
                <a:tc>
                  <a:txBody>
                    <a:bodyPr/>
                    <a:lstStyle/>
                    <a:p>
                      <a:pPr defTabSz="914400">
                        <a:lnSpc>
                          <a:spcPct val="100000"/>
                        </a:lnSpc>
                      </a:pPr>
                      <a:r>
                        <a:rPr lang="en-DK" sz="1000" b="0" u="none" strike="noStrike">
                          <a:solidFill>
                            <a:schemeClr val="dk1"/>
                          </a:solidFill>
                          <a:effectLst/>
                          <a:uFillTx/>
                          <a:latin typeface="Calibri"/>
                          <a:ea typeface="Calibri"/>
                        </a:rPr>
                        <a:t>ALL_CAPS</a:t>
                      </a:r>
                      <a:endParaRPr lang="en-US" sz="1000" b="0" u="none" strike="noStrike">
                        <a:solidFill>
                          <a:srgbClr val="000000"/>
                        </a:solidFill>
                        <a:effectLst/>
                        <a:uFillTx/>
                        <a:latin typeface="Arial"/>
                      </a:endParaRPr>
                    </a:p>
                  </a:txBody>
                  <a:tcPr>
                    <a:lnL w="12240">
                      <a:noFill/>
                      <a:prstDash val="solid"/>
                    </a:lnL>
                    <a:lnR w="12240">
                      <a:solidFill>
                        <a:srgbClr val="211A52"/>
                      </a:solidFill>
                      <a:prstDash val="solid"/>
                    </a:lnR>
                    <a:lnT w="12240">
                      <a:solidFill>
                        <a:srgbClr val="211A52"/>
                      </a:solidFill>
                      <a:prstDash val="solid"/>
                    </a:lnT>
                    <a:lnB w="12240">
                      <a:solidFill>
                        <a:srgbClr val="211A52"/>
                      </a:solidFill>
                      <a:prstDash val="solid"/>
                    </a:lnB>
                    <a:noFill/>
                  </a:tcPr>
                </a:tc>
                <a:extLst>
                  <a:ext uri="{0D108BD9-81ED-4DB2-BD59-A6C34878D82A}">
                    <a16:rowId xmlns:a16="http://schemas.microsoft.com/office/drawing/2014/main" val="10008"/>
                  </a:ext>
                </a:extLst>
              </a:tr>
            </a:tbl>
          </a:graphicData>
        </a:graphic>
      </p:graphicFrame>
      <p:sp>
        <p:nvSpPr>
          <p:cNvPr id="4" name="PlaceHolder 3"/>
          <p:cNvSpPr>
            <a:spLocks noGrp="1"/>
          </p:cNvSpPr>
          <p:nvPr>
            <p:ph type="sldNum" idx="8"/>
          </p:nvPr>
        </p:nvSpPr>
        <p:spPr/>
        <p:txBody>
          <a:bodyPr/>
          <a:lstStyle/>
          <a:p>
            <a:fld id="{416E8D36-41A4-4048-AD3B-C74FE8AD54E2}" type="slidenum">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 name="PlaceHolder 1"/>
          <p:cNvSpPr>
            <a:spLocks noGrp="1"/>
          </p:cNvSpPr>
          <p:nvPr>
            <p:ph type="title" hasCustomPrompt="1"/>
          </p:nvPr>
        </p:nvSpPr>
        <p:spPr>
          <a:xfrm>
            <a:off x="587520" y="367560"/>
            <a:ext cx="488556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Kommentarer</a:t>
            </a:r>
          </a:p>
        </p:txBody>
      </p:sp>
      <p:sp>
        <p:nvSpPr>
          <p:cNvPr id="1001" name="PlaceHolder 2"/>
          <p:cNvSpPr>
            <a:spLocks noGrp="1"/>
          </p:cNvSpPr>
          <p:nvPr>
            <p:ph hasCustomPrompt="1"/>
          </p:nvPr>
        </p:nvSpPr>
        <p:spPr>
          <a:xfrm>
            <a:off x="587520" y="2262600"/>
            <a:ext cx="8174880" cy="3571200"/>
          </a:xfrm>
          <a:prstGeom prst="rect">
            <a:avLst/>
          </a:prstGeom>
          <a:noFill/>
          <a:ln w="0">
            <a:noFill/>
          </a:ln>
        </p:spPr>
        <p:txBody>
          <a:bodyPr lIns="0" tIns="45720" rIns="0" bIns="45720" anchor="t">
            <a:normAutofit lnSpcReduction="10000"/>
          </a:bodyPr>
          <a:lstStyle/>
          <a:p>
            <a:pPr marL="285840" lvl="1" indent="-285840" algn="l" defTabSz="914400">
              <a:lnSpc>
                <a:spcPct val="120000"/>
              </a:lnSpc>
              <a:spcBef>
                <a:spcPts val="1001"/>
              </a:spcBef>
              <a:buSzPct val="100051"/>
              <a:buBlip>
                <a:blip r:embed="rId2"/>
              </a:buBlip>
              <a:tabLst>
                <a:tab pos="898560" algn="l"/>
              </a:tabLst>
            </a:pPr>
            <a:r>
              <a:rPr lang="da-DK" sz="1600" b="0" u="none" strike="noStrike">
                <a:solidFill>
                  <a:schemeClr val="dk1"/>
                </a:solidFill>
                <a:effectLst/>
                <a:uFillTx/>
                <a:latin typeface="Consolas"/>
              </a:rPr>
              <a:t>2 types of syntax defines comments.</a:t>
            </a: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int a = 1; </a:t>
            </a:r>
            <a:r>
              <a:rPr lang="da-DK" sz="1600" b="0" u="none" strike="noStrike">
                <a:solidFill>
                  <a:srgbClr val="00B050"/>
                </a:solidFill>
                <a:effectLst/>
                <a:uFillTx/>
                <a:latin typeface="Consolas"/>
              </a:rPr>
              <a:t>// --- Only at the end of the line</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rgbClr val="00B050"/>
                </a:solidFill>
                <a:effectLst/>
                <a:uFillTx/>
                <a:latin typeface="Consolas"/>
              </a:rPr>
              <a:t>/* This type of comment block can span </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rgbClr val="00B050"/>
                </a:solidFill>
                <a:effectLst/>
                <a:uFillTx/>
                <a:latin typeface="Consolas"/>
              </a:rPr>
              <a:t>* multiple lines, as the entire block will be </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rgbClr val="00B050"/>
                </a:solidFill>
                <a:effectLst/>
                <a:uFillTx/>
                <a:latin typeface="Consolas"/>
              </a:rPr>
              <a:t>* deleted by the compiler before the program is build.</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rgbClr val="00B050"/>
                </a:solidFill>
                <a:effectLst/>
                <a:uFillTx/>
                <a:latin typeface="Consolas"/>
              </a:rPr>
              <a:t>*/</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int </a:t>
            </a:r>
            <a:r>
              <a:rPr lang="da-DK" sz="1600" b="0" u="none" strike="noStrike">
                <a:solidFill>
                  <a:srgbClr val="00B050"/>
                </a:solidFill>
                <a:effectLst/>
                <a:uFillTx/>
                <a:latin typeface="Consolas"/>
              </a:rPr>
              <a:t>/* comment here is allowed */ </a:t>
            </a:r>
            <a:r>
              <a:rPr lang="da-DK" sz="1600" b="0" u="none" strike="noStrike">
                <a:solidFill>
                  <a:schemeClr val="dk1"/>
                </a:solidFill>
                <a:effectLst/>
                <a:uFillTx/>
                <a:latin typeface="Consolas"/>
              </a:rPr>
              <a:t>b = 1; </a:t>
            </a: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p:txBody>
      </p:sp>
      <p:sp>
        <p:nvSpPr>
          <p:cNvPr id="4" name="PlaceHolder 3"/>
          <p:cNvSpPr>
            <a:spLocks noGrp="1"/>
          </p:cNvSpPr>
          <p:nvPr>
            <p:ph type="sldNum" idx="8"/>
          </p:nvPr>
        </p:nvSpPr>
        <p:spPr/>
        <p:txBody>
          <a:bodyPr/>
          <a:lstStyle/>
          <a:p>
            <a:fld id="{A3E866B2-7A30-42EE-901E-D6276471F24B}" type="slidenum">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02" name="PlaceHolder 1"/>
          <p:cNvSpPr>
            <a:spLocks noGrp="1"/>
          </p:cNvSpPr>
          <p:nvPr>
            <p:ph type="title" hasCustomPrompt="1"/>
          </p:nvPr>
        </p:nvSpPr>
        <p:spPr>
          <a:xfrm>
            <a:off x="587520" y="359280"/>
            <a:ext cx="103460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Opgave – Kommentarer</a:t>
            </a:r>
            <a:endParaRPr lang="en-US" sz="3600" b="1" u="none" strike="noStrike" spc="300">
              <a:solidFill>
                <a:schemeClr val="dk1"/>
              </a:solidFill>
              <a:effectLst/>
              <a:uFillTx/>
              <a:latin typeface="Consolas"/>
            </a:endParaRPr>
          </a:p>
        </p:txBody>
      </p:sp>
      <p:sp>
        <p:nvSpPr>
          <p:cNvPr id="1003" name="TextBox 4"/>
          <p:cNvSpPr/>
          <p:nvPr/>
        </p:nvSpPr>
        <p:spPr>
          <a:xfrm>
            <a:off x="542880" y="1832760"/>
            <a:ext cx="9015840" cy="3568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0" u="none" strike="noStrike">
                <a:solidFill>
                  <a:schemeClr val="dk1"/>
                </a:solidFill>
                <a:effectLst/>
                <a:uFillTx/>
                <a:latin typeface="Consolas"/>
              </a:rPr>
              <a:t>Ændre kildekoden på </a:t>
            </a:r>
            <a:r>
              <a:rPr lang="da-DK" sz="1800" b="0" u="sng" strike="noStrike">
                <a:solidFill>
                  <a:schemeClr val="dk1"/>
                </a:solidFill>
                <a:effectLst/>
                <a:uFillTx/>
                <a:latin typeface="Consolas"/>
                <a:hlinkClick r:id="rId2"/>
              </a:rPr>
              <a:t>AAU_ST1_Programming_kommentarer - C - OneCompiler</a:t>
            </a:r>
            <a:r>
              <a:rPr lang="en-US" sz="1800" b="0" u="none" strike="noStrike">
                <a:solidFill>
                  <a:schemeClr val="dk1"/>
                </a:solidFill>
                <a:effectLst/>
                <a:uFillTx/>
                <a:latin typeface="Consolas"/>
              </a:rPr>
              <a:t> </a:t>
            </a:r>
            <a:r>
              <a:rPr lang="en-US" sz="1600" b="0" u="none" strike="noStrike">
                <a:solidFill>
                  <a:schemeClr val="dk1"/>
                </a:solidFill>
                <a:effectLst/>
                <a:uFillTx/>
                <a:latin typeface="Consolas"/>
              </a:rPr>
              <a:t>, således at der er beskrivende kommentarer til hvad de individuelle ting I programmet betyder på linje 1,3, og 4.</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solidFill>
                <a:effectLst/>
                <a:uFillTx/>
                <a:latin typeface="Consolas"/>
              </a:rPr>
              <a:t>Fremgangsmåde</a:t>
            </a:r>
            <a:r>
              <a:rPr lang="en-US" sz="1600" b="0" u="none" strike="noStrike">
                <a:solidFill>
                  <a:schemeClr val="dk1"/>
                </a:solidFill>
                <a:effectLst/>
                <a:uFillTx/>
                <a:latin typeface="Consolas"/>
              </a:rPr>
              <a:t>:</a:t>
            </a:r>
            <a:endParaRPr lang="en-US" sz="16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onsolas"/>
              </a:rPr>
              <a:t>1. Læs og forstå kildekode</a:t>
            </a:r>
            <a:endParaRPr lang="en-US" sz="16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onsolas"/>
              </a:rPr>
              <a:t>2. Skriv en passende kommentar til hvad elementerne i koden gør (linje 1, 3, 4)</a:t>
            </a:r>
            <a:endParaRPr lang="en-US" sz="16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onsolas"/>
              </a:rPr>
              <a:t>Q 1: Hvad Betyder det når man skriver include? </a:t>
            </a:r>
            <a:endParaRPr lang="en-US" sz="16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onsolas"/>
              </a:rPr>
              <a:t>Q 2: Hvilken type funktioner får man adgang til, når man inkluderer stdio.h</a:t>
            </a:r>
            <a:endParaRPr lang="en-US" sz="16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onsolas"/>
              </a:rPr>
              <a:t>Q 3: Hvad betyder %c? </a:t>
            </a:r>
            <a:endParaRPr lang="en-US" sz="16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onsolas"/>
              </a:rPr>
              <a:t>Q 4: Hvad gør </a:t>
            </a:r>
            <a:r>
              <a:rPr lang="en-US" sz="1600" b="0" u="none" strike="noStrike">
                <a:solidFill>
                  <a:srgbClr val="859900"/>
                </a:solidFill>
                <a:effectLst/>
                <a:uFillTx/>
                <a:latin typeface="Consolas"/>
              </a:rPr>
              <a:t>return </a:t>
            </a:r>
            <a:r>
              <a:rPr lang="en-US" sz="1600" b="0" u="none" strike="noStrike">
                <a:solidFill>
                  <a:schemeClr val="dk1"/>
                </a:solidFill>
                <a:effectLst/>
                <a:uFillTx/>
                <a:latin typeface="Consolas"/>
              </a:rPr>
              <a:t>token?</a:t>
            </a:r>
            <a:endParaRPr lang="en-US" sz="1600" b="0" u="none" strike="noStrike">
              <a:solidFill>
                <a:srgbClr val="000000"/>
              </a:solidFill>
              <a:effectLst/>
              <a:uFillTx/>
              <a:latin typeface="Arial"/>
            </a:endParaRPr>
          </a:p>
          <a:p>
            <a:pPr defTabSz="914400">
              <a:lnSpc>
                <a:spcPct val="100000"/>
              </a:lnSpc>
            </a:pPr>
            <a:r>
              <a:rPr lang="en-US" sz="1600" b="0" u="none" strike="noStrike">
                <a:solidFill>
                  <a:schemeClr val="dk1"/>
                </a:solidFill>
                <a:effectLst/>
                <a:uFillTx/>
                <a:latin typeface="Consolas"/>
              </a:rPr>
              <a:t>3. Gem programmet som ST1_Programming_kommentarer</a:t>
            </a: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a:p>
            <a:pPr defTabSz="914400">
              <a:lnSpc>
                <a:spcPct val="100000"/>
              </a:lnSpc>
            </a:pPr>
            <a:endParaRPr lang="en-US" sz="1600" b="0" u="none" strike="noStrike">
              <a:solidFill>
                <a:srgbClr val="000000"/>
              </a:solidFill>
              <a:effectLst/>
              <a:uFillTx/>
              <a:latin typeface="Arial"/>
            </a:endParaRPr>
          </a:p>
        </p:txBody>
      </p:sp>
      <p:sp>
        <p:nvSpPr>
          <p:cNvPr id="1004" name="TextBox 6"/>
          <p:cNvSpPr/>
          <p:nvPr/>
        </p:nvSpPr>
        <p:spPr>
          <a:xfrm>
            <a:off x="840240" y="4877280"/>
            <a:ext cx="7083720" cy="2030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defTabSz="914400">
              <a:lnSpc>
                <a:spcPct val="100000"/>
              </a:lnSpc>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“Hvad kommer der til at st</a:t>
            </a:r>
            <a:r>
              <a:rPr lang="da-DK" sz="1800" b="0" u="none" strike="noStrike">
                <a:solidFill>
                  <a:srgbClr val="2AA198"/>
                </a:solidFill>
                <a:effectLst/>
                <a:uFillTx/>
                <a:latin typeface="Consolas"/>
              </a:rPr>
              <a:t>å her: </a:t>
            </a:r>
            <a:r>
              <a:rPr lang="en-US" sz="1800" b="0" u="none" strike="noStrike">
                <a:solidFill>
                  <a:srgbClr val="CB4B16"/>
                </a:solidFill>
                <a:effectLst/>
                <a:uFillTx/>
                <a:latin typeface="Consolas"/>
              </a:rPr>
              <a:t>%c\n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65</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
        <p:nvSpPr>
          <p:cNvPr id="3" name="PlaceHolder 2"/>
          <p:cNvSpPr>
            <a:spLocks noGrp="1"/>
          </p:cNvSpPr>
          <p:nvPr>
            <p:ph type="sldNum" idx="10"/>
          </p:nvPr>
        </p:nvSpPr>
        <p:spPr/>
        <p:txBody>
          <a:bodyPr/>
          <a:lstStyle/>
          <a:p>
            <a:fld id="{9ACD1740-85B8-4FFA-A59A-EDD2FE160429}" type="slidenum">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 name="PlaceHolder 1"/>
          <p:cNvSpPr>
            <a:spLocks noGrp="1"/>
          </p:cNvSpPr>
          <p:nvPr>
            <p:ph type="title" hasCustomPrompt="1"/>
          </p:nvPr>
        </p:nvSpPr>
        <p:spPr>
          <a:xfrm>
            <a:off x="587520" y="359280"/>
            <a:ext cx="634608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Hvordan udtaler man special-tegnene?</a:t>
            </a:r>
            <a:br>
              <a:rPr sz="1800"/>
            </a:br>
            <a:r>
              <a:rPr lang="da-DK" sz="1800" b="1" u="none" strike="noStrike" spc="300">
                <a:solidFill>
                  <a:schemeClr val="dk1"/>
                </a:solidFill>
                <a:effectLst/>
                <a:uFillTx/>
                <a:latin typeface="Consolas"/>
              </a:rPr>
              <a:t>(og hvorfor er det vigtigt)</a:t>
            </a:r>
            <a:r>
              <a:rPr lang="da-DK" sz="3600" b="1" u="none" strike="noStrike" spc="300">
                <a:solidFill>
                  <a:schemeClr val="dk1"/>
                </a:solidFill>
                <a:effectLst/>
                <a:uFillTx/>
                <a:latin typeface="Consolas"/>
              </a:rPr>
              <a:t> </a:t>
            </a:r>
            <a:endParaRPr lang="en-US" sz="3600" b="1" u="none" strike="noStrike" spc="300">
              <a:solidFill>
                <a:schemeClr val="dk1"/>
              </a:solidFill>
              <a:effectLst/>
              <a:uFillTx/>
              <a:latin typeface="Consolas"/>
            </a:endParaRPr>
          </a:p>
        </p:txBody>
      </p:sp>
      <p:sp>
        <p:nvSpPr>
          <p:cNvPr id="1006" name="PlaceHolder 2"/>
          <p:cNvSpPr>
            <a:spLocks noGrp="1"/>
          </p:cNvSpPr>
          <p:nvPr>
            <p:ph hasCustomPrompt="1"/>
          </p:nvPr>
        </p:nvSpPr>
        <p:spPr>
          <a:xfrm>
            <a:off x="587520" y="2474640"/>
            <a:ext cx="6088680" cy="3419280"/>
          </a:xfrm>
          <a:prstGeom prst="rect">
            <a:avLst/>
          </a:prstGeom>
          <a:noFill/>
          <a:ln w="0">
            <a:noFill/>
          </a:ln>
        </p:spPr>
        <p:txBody>
          <a:bodyPr lIns="0" tIns="45720" rIns="0" bIns="45720" anchor="t">
            <a:normAutofit fontScale="85000" lnSpcReduction="9999"/>
          </a:bodyPr>
          <a:lstStyle/>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Lad os starte med hvorfor det er vigtigt:</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da-DK" sz="1600" b="0" u="none" strike="noStrike">
                <a:solidFill>
                  <a:schemeClr val="dk1"/>
                </a:solidFill>
                <a:effectLst/>
                <a:uFillTx/>
                <a:latin typeface="Consolas"/>
              </a:rPr>
              <a:t>Hvordan </a:t>
            </a:r>
            <a:r>
              <a:rPr lang="da-DK" sz="1600" b="1" u="none" strike="noStrike">
                <a:solidFill>
                  <a:schemeClr val="dk1"/>
                </a:solidFill>
                <a:effectLst/>
                <a:uFillTx/>
                <a:latin typeface="Consolas"/>
              </a:rPr>
              <a:t>udtaler</a:t>
            </a:r>
            <a:r>
              <a:rPr lang="da-DK" sz="1600" b="0" u="none" strike="noStrike">
                <a:solidFill>
                  <a:schemeClr val="dk1"/>
                </a:solidFill>
                <a:effectLst/>
                <a:uFillTx/>
                <a:latin typeface="Consolas"/>
              </a:rPr>
              <a:t> man følgende sætninger:</a:t>
            </a:r>
          </a:p>
          <a:p>
            <a:pPr marL="285840" indent="-285840" algn="l" defTabSz="914400">
              <a:lnSpc>
                <a:spcPct val="150000"/>
              </a:lnSpc>
              <a:spcBef>
                <a:spcPts val="601"/>
              </a:spcBef>
              <a:buSzPct val="100051"/>
              <a:buBlip>
                <a:blip r:embed="rId2"/>
              </a:buBlip>
              <a:tabLst>
                <a:tab pos="0" algn="l"/>
              </a:tabLst>
            </a:pPr>
            <a:r>
              <a:rPr lang="da-DK" sz="1600" b="0" u="none" strike="noStrike">
                <a:solidFill>
                  <a:schemeClr val="dk1"/>
                </a:solidFill>
                <a:effectLst/>
                <a:uFillTx/>
                <a:latin typeface="Consolas"/>
              </a:rPr>
              <a:t>”En programmør har skrevet et program i C# og har anvendt en USB-stick til at gemme filen.”</a:t>
            </a:r>
          </a:p>
          <a:p>
            <a:pPr marL="285840" indent="-285840" algn="l" defTabSz="914400">
              <a:lnSpc>
                <a:spcPct val="150000"/>
              </a:lnSpc>
              <a:spcBef>
                <a:spcPts val="601"/>
              </a:spcBef>
              <a:buSzPct val="100051"/>
              <a:buBlip>
                <a:blip r:embed="rId2"/>
              </a:buBlip>
              <a:tabLst>
                <a:tab pos="0" algn="l"/>
              </a:tabLst>
            </a:pPr>
            <a:r>
              <a:rPr lang="da-DK" sz="1600" b="0" u="none" strike="noStrike">
                <a:solidFill>
                  <a:schemeClr val="dk1"/>
                </a:solidFill>
                <a:effectLst/>
                <a:uFillTx/>
                <a:latin typeface="Consolas"/>
              </a:rPr>
              <a:t>”Afslut din indtastning med #” (hørt i en telefonsvarer)</a:t>
            </a:r>
          </a:p>
          <a:p>
            <a:pPr marL="285840" indent="-285840" algn="l" defTabSz="914400">
              <a:lnSpc>
                <a:spcPct val="150000"/>
              </a:lnSpc>
              <a:spcBef>
                <a:spcPts val="601"/>
              </a:spcBef>
              <a:buSzPct val="100051"/>
              <a:buBlip>
                <a:blip r:embed="rId2"/>
              </a:buBlip>
              <a:tabLst>
                <a:tab pos="0" algn="l"/>
              </a:tabLst>
            </a:pPr>
            <a:r>
              <a:rPr lang="da-DK" sz="1600" b="0" u="none" strike="noStrike">
                <a:solidFill>
                  <a:schemeClr val="dk1"/>
                </a:solidFill>
                <a:effectLst/>
                <a:uFillTx/>
                <a:latin typeface="Consolas"/>
              </a:rPr>
              <a:t>”Den store #MeToo kampagne har taget hele verden med storm.”</a:t>
            </a:r>
          </a:p>
          <a:p>
            <a:pPr marL="285840" indent="-285840" algn="l" defTabSz="914400">
              <a:lnSpc>
                <a:spcPct val="150000"/>
              </a:lnSpc>
              <a:spcBef>
                <a:spcPts val="601"/>
              </a:spcBef>
              <a:buSzPct val="100051"/>
              <a:buBlip>
                <a:blip r:embed="rId2"/>
              </a:buBlip>
              <a:tabLst>
                <a:tab pos="0" algn="l"/>
              </a:tabLst>
            </a:pPr>
            <a:r>
              <a:rPr lang="da-DK" sz="1600" b="0" u="none" strike="noStrike">
                <a:solidFill>
                  <a:schemeClr val="dk1"/>
                </a:solidFill>
                <a:effectLst/>
                <a:uFillTx/>
                <a:latin typeface="Consolas"/>
              </a:rPr>
              <a:t>”En programmør skal kende symbolet # for at kunne inkluderer en header-fil i sit C program.”</a:t>
            </a:r>
          </a:p>
          <a:p>
            <a:pPr indent="0" algn="l" defTabSz="914400">
              <a:lnSpc>
                <a:spcPct val="100000"/>
              </a:lnSpc>
              <a:spcBef>
                <a:spcPts val="601"/>
              </a:spcBef>
              <a:buNone/>
              <a:tabLst>
                <a:tab pos="0" algn="l"/>
              </a:tabLst>
            </a:pPr>
            <a:endParaRPr lang="da-DK" sz="1600" b="0" u="none" strike="noStrike">
              <a:solidFill>
                <a:schemeClr val="dk1"/>
              </a:solidFill>
              <a:effectLst/>
              <a:uFillTx/>
              <a:latin typeface="Consolas"/>
            </a:endParaRPr>
          </a:p>
        </p:txBody>
      </p:sp>
      <p:pic>
        <p:nvPicPr>
          <p:cNvPr id="1007" name="Billede 6"/>
          <p:cNvPicPr/>
          <p:nvPr/>
        </p:nvPicPr>
        <p:blipFill>
          <a:blip r:embed="rId3"/>
          <a:srcRect r="1436" b="355"/>
          <a:stretch/>
        </p:blipFill>
        <p:spPr>
          <a:xfrm>
            <a:off x="7032600" y="191880"/>
            <a:ext cx="4014000" cy="4057920"/>
          </a:xfrm>
          <a:prstGeom prst="rect">
            <a:avLst/>
          </a:prstGeom>
          <a:noFill/>
          <a:ln w="0">
            <a:noFill/>
          </a:ln>
        </p:spPr>
      </p:pic>
      <p:sp>
        <p:nvSpPr>
          <p:cNvPr id="1008" name="Tekstfelt 7"/>
          <p:cNvSpPr/>
          <p:nvPr/>
        </p:nvSpPr>
        <p:spPr>
          <a:xfrm>
            <a:off x="7655760" y="4605480"/>
            <a:ext cx="3575880" cy="1198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da-DK" sz="1800" b="0" u="none" strike="noStrike">
                <a:solidFill>
                  <a:schemeClr val="dk1"/>
                </a:solidFill>
                <a:effectLst/>
                <a:uFillTx/>
                <a:latin typeface="Consolas"/>
              </a:rPr>
              <a:t>C# = C sharp</a:t>
            </a:r>
            <a:endParaRPr lang="en-US" sz="1800" b="0" u="none" strike="noStrike">
              <a:solidFill>
                <a:srgbClr val="000000"/>
              </a:solidFill>
              <a:effectLst/>
              <a:uFillTx/>
              <a:latin typeface="Arial"/>
            </a:endParaRPr>
          </a:p>
          <a:p>
            <a:pPr defTabSz="914400">
              <a:lnSpc>
                <a:spcPct val="100000"/>
              </a:lnSpc>
            </a:pPr>
            <a:r>
              <a:rPr lang="da-DK" sz="1800" b="0" u="none" strike="noStrike">
                <a:solidFill>
                  <a:schemeClr val="dk1"/>
                </a:solidFill>
                <a:effectLst/>
                <a:uFillTx/>
                <a:latin typeface="Consolas"/>
              </a:rPr>
              <a:t># = firkant</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onsolas"/>
              </a:rPr>
              <a:t>#MeToo = HashTagMeToo</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Consolas"/>
              </a:rPr>
              <a:t># = pound sign (number sign)</a:t>
            </a:r>
            <a:endParaRPr lang="en-US" sz="1800" b="0" u="none" strike="noStrike">
              <a:solidFill>
                <a:srgbClr val="000000"/>
              </a:solidFill>
              <a:effectLst/>
              <a:uFillTx/>
              <a:latin typeface="Arial"/>
            </a:endParaRPr>
          </a:p>
        </p:txBody>
      </p:sp>
      <p:sp>
        <p:nvSpPr>
          <p:cNvPr id="1009" name="Rektangel 5"/>
          <p:cNvSpPr/>
          <p:nvPr/>
        </p:nvSpPr>
        <p:spPr>
          <a:xfrm>
            <a:off x="7410600" y="4432680"/>
            <a:ext cx="3639240" cy="1735200"/>
          </a:xfrm>
          <a:prstGeom prst="rect">
            <a:avLst/>
          </a:prstGeom>
          <a:solidFill>
            <a:srgbClr val="FFFFFF"/>
          </a:solidFill>
          <a:ln>
            <a:solidFill>
              <a:srgbClr val="211A52"/>
            </a:solidFill>
          </a:ln>
        </p:spPr>
        <p:style>
          <a:lnRef idx="2">
            <a:schemeClr val="dk1"/>
          </a:lnRef>
          <a:fillRef idx="1">
            <a:schemeClr val="lt1"/>
          </a:fillRef>
          <a:effectRef idx="0">
            <a:schemeClr val="dk1"/>
          </a:effectRef>
          <a:fontRef idx="minor"/>
        </p:style>
        <p:txBody>
          <a:bodyPr lIns="90000" tIns="45000" rIns="90000" bIns="45000" anchor="ctr">
            <a:noAutofit/>
          </a:bodyPr>
          <a:lstStyle/>
          <a:p>
            <a:pPr algn="ctr" defTabSz="914400">
              <a:lnSpc>
                <a:spcPct val="100000"/>
              </a:lnSpc>
            </a:pPr>
            <a:r>
              <a:rPr lang="da-DK" sz="14800" b="0" u="none" strike="noStrike">
                <a:solidFill>
                  <a:schemeClr val="dk1"/>
                </a:solidFill>
                <a:effectLst/>
                <a:uFillTx/>
                <a:latin typeface="Consolas"/>
              </a:rPr>
              <a:t>?</a:t>
            </a:r>
            <a:endParaRPr lang="en-US" sz="14800" b="0" u="none" strike="noStrike">
              <a:solidFill>
                <a:srgbClr val="000000"/>
              </a:solidFill>
              <a:effectLst/>
              <a:uFillTx/>
              <a:latin typeface="Arial"/>
            </a:endParaRPr>
          </a:p>
        </p:txBody>
      </p:sp>
      <p:sp>
        <p:nvSpPr>
          <p:cNvPr id="4" name="PlaceHolder 3"/>
          <p:cNvSpPr>
            <a:spLocks noGrp="1"/>
          </p:cNvSpPr>
          <p:nvPr>
            <p:ph type="sldNum" idx="10"/>
          </p:nvPr>
        </p:nvSpPr>
        <p:spPr/>
        <p:txBody>
          <a:bodyPr/>
          <a:lstStyle/>
          <a:p>
            <a:fld id="{AC9F93AA-3A39-437F-8F00-4300EB33B59E}" type="slidenum">
              <a:rPr/>
              <a:t>23</a:t>
            </a:fld>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xit" fill="hold" nodeType="clickEffect">
                                  <p:stCondLst>
                                    <p:cond delay="0"/>
                                  </p:stCondLst>
                                  <p:childTnLst>
                                    <p:set>
                                      <p:cBhvr>
                                        <p:cTn id="6" dur="1" fill="hold">
                                          <p:stCondLst>
                                            <p:cond delay="0"/>
                                          </p:stCondLst>
                                        </p:cTn>
                                        <p:tgtEl>
                                          <p:spTgt spid="10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PlaceHolder 1"/>
          <p:cNvSpPr>
            <a:spLocks noGrp="1"/>
          </p:cNvSpPr>
          <p:nvPr>
            <p:ph type="title" hasCustomPrompt="1"/>
          </p:nvPr>
        </p:nvSpPr>
        <p:spPr>
          <a:xfrm>
            <a:off x="587520" y="359280"/>
            <a:ext cx="1057680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Preprocessing directives</a:t>
            </a:r>
          </a:p>
        </p:txBody>
      </p:sp>
      <p:sp>
        <p:nvSpPr>
          <p:cNvPr id="1011" name="PlaceHolder 2"/>
          <p:cNvSpPr>
            <a:spLocks noGrp="1"/>
          </p:cNvSpPr>
          <p:nvPr>
            <p:ph hasCustomPrompt="1"/>
          </p:nvPr>
        </p:nvSpPr>
        <p:spPr>
          <a:xfrm>
            <a:off x="587520" y="1304640"/>
            <a:ext cx="11214360" cy="3750840"/>
          </a:xfrm>
          <a:prstGeom prst="rect">
            <a:avLst/>
          </a:prstGeom>
          <a:noFill/>
          <a:ln w="0">
            <a:noFill/>
          </a:ln>
        </p:spPr>
        <p:txBody>
          <a:bodyPr lIns="0" tIns="45720" rIns="0" bIns="45720" anchor="t">
            <a:noAutofit/>
          </a:bodyPr>
          <a:lstStyle/>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Preprocessing is not part of the compiler but is a separate step in the compilation process.</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C-preprocessing is a text replacement tool, and it asks the compiler to do the necessary preprocessing before the actual compilation.</a:t>
            </a:r>
            <a:endParaRPr lang="da-DK" sz="1600" b="0" u="none" strike="noStrike">
              <a:solidFill>
                <a:schemeClr val="dk1"/>
              </a:solidFill>
              <a:effectLst/>
              <a:uFillTx/>
              <a:latin typeface="Consolas"/>
            </a:endParaRPr>
          </a:p>
          <a:p>
            <a:pPr indent="0" algn="l" defTabSz="914400">
              <a:lnSpc>
                <a:spcPct val="100000"/>
              </a:lnSpc>
              <a:spcBef>
                <a:spcPts val="601"/>
              </a:spcBef>
              <a:buNone/>
              <a:tabLst>
                <a:tab pos="0" algn="l"/>
              </a:tabLst>
            </a:pPr>
            <a:r>
              <a:rPr lang="en-US" sz="1600" b="0" u="none" strike="noStrike">
                <a:solidFill>
                  <a:schemeClr val="dk1"/>
                </a:solidFill>
                <a:effectLst/>
                <a:uFillTx/>
                <a:latin typeface="Consolas"/>
              </a:rPr>
              <a:t>All preprocessor commands begin with a hash symbol (#). The following lists all the important preprocessor directives:</a:t>
            </a:r>
            <a:endParaRPr lang="da-DK" sz="1600" b="0" u="none" strike="noStrike">
              <a:solidFill>
                <a:schemeClr val="dk1"/>
              </a:solidFill>
              <a:effectLst/>
              <a:uFillTx/>
              <a:latin typeface="Consolas"/>
            </a:endParaRPr>
          </a:p>
        </p:txBody>
      </p:sp>
      <p:sp>
        <p:nvSpPr>
          <p:cNvPr id="1012" name="Tekstfelt 7"/>
          <p:cNvSpPr/>
          <p:nvPr/>
        </p:nvSpPr>
        <p:spPr>
          <a:xfrm>
            <a:off x="871200" y="2753280"/>
            <a:ext cx="10375920" cy="2122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200" b="0" u="none" strike="noStrike">
                <a:solidFill>
                  <a:schemeClr val="dk1"/>
                </a:solidFill>
                <a:effectLst/>
                <a:uFillTx/>
                <a:latin typeface="Consolas"/>
              </a:rPr>
              <a:t>1	#define		Substitutes a preprocessor macro.</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2	#include		Inserts a particular header from another file.</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3	#undef		Undefines a preprocessor macro.</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4	#ifdef		Returns true if this macro is defined.</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5	#ifndef		Returns true if this macro is not defined.</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6	#if		Tests if a compile time condition is true.</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7	#else		The alternative for #if.</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8	#elif		#else and #if in one statement.</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9	#endif		Ends preprocessor conditional.</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10	#error		Prints error message on stderr.</a:t>
            </a:r>
            <a:endParaRPr lang="en-US" sz="1200" b="0" u="none" strike="noStrike">
              <a:solidFill>
                <a:srgbClr val="000000"/>
              </a:solidFill>
              <a:effectLst/>
              <a:uFillTx/>
              <a:latin typeface="Arial"/>
            </a:endParaRPr>
          </a:p>
          <a:p>
            <a:pPr defTabSz="914400">
              <a:lnSpc>
                <a:spcPct val="100000"/>
              </a:lnSpc>
            </a:pPr>
            <a:r>
              <a:rPr lang="en-US" sz="1200" b="0" u="none" strike="noStrike">
                <a:solidFill>
                  <a:schemeClr val="dk1"/>
                </a:solidFill>
                <a:effectLst/>
                <a:uFillTx/>
                <a:latin typeface="Consolas"/>
              </a:rPr>
              <a:t>11	#pragma		Issues special commands to the compiler, using a standardized method.</a:t>
            </a:r>
            <a:endParaRPr lang="en-US" sz="1200" b="0" u="none" strike="noStrike">
              <a:solidFill>
                <a:srgbClr val="000000"/>
              </a:solidFill>
              <a:effectLst/>
              <a:uFillTx/>
              <a:latin typeface="Arial"/>
            </a:endParaRPr>
          </a:p>
        </p:txBody>
      </p:sp>
      <p:sp>
        <p:nvSpPr>
          <p:cNvPr id="4" name="PlaceHolder 3"/>
          <p:cNvSpPr>
            <a:spLocks noGrp="1"/>
          </p:cNvSpPr>
          <p:nvPr>
            <p:ph type="sldNum" idx="10"/>
          </p:nvPr>
        </p:nvSpPr>
        <p:spPr/>
        <p:txBody>
          <a:bodyPr/>
          <a:lstStyle/>
          <a:p>
            <a:fld id="{2583337D-CAFD-490C-B80C-7EB465912CB9}" type="slidenum">
              <a:r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 name="PlaceHolder 1"/>
          <p:cNvSpPr>
            <a:spLocks noGrp="1"/>
          </p:cNvSpPr>
          <p:nvPr>
            <p:ph type="title" hasCustomPrompt="1"/>
          </p:nvPr>
        </p:nvSpPr>
        <p:spPr>
          <a:xfrm>
            <a:off x="587520" y="367560"/>
            <a:ext cx="488556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Hvad er </a:t>
            </a:r>
            <a:r>
              <a:rPr lang="da-DK" sz="3600" b="1" u="none" strike="noStrike" spc="300">
                <a:solidFill>
                  <a:schemeClr val="dk1"/>
                </a:solidFill>
                <a:effectLst/>
                <a:uFillTx/>
                <a:latin typeface="Consolas"/>
              </a:rPr>
              <a:t>Special Characters</a:t>
            </a:r>
            <a:endParaRPr lang="en-US" sz="3600" b="1" u="none" strike="noStrike" spc="300">
              <a:solidFill>
                <a:schemeClr val="dk1"/>
              </a:solidFill>
              <a:effectLst/>
              <a:uFillTx/>
              <a:latin typeface="Consolas"/>
            </a:endParaRPr>
          </a:p>
        </p:txBody>
      </p:sp>
      <p:pic>
        <p:nvPicPr>
          <p:cNvPr id="1014" name="Billede 6"/>
          <p:cNvPicPr/>
          <p:nvPr/>
        </p:nvPicPr>
        <p:blipFill>
          <a:blip r:embed="rId2"/>
          <a:stretch/>
        </p:blipFill>
        <p:spPr>
          <a:xfrm>
            <a:off x="6299280" y="1263240"/>
            <a:ext cx="5063400" cy="4682520"/>
          </a:xfrm>
          <a:prstGeom prst="rect">
            <a:avLst/>
          </a:prstGeom>
          <a:noFill/>
          <a:ln w="0">
            <a:noFill/>
          </a:ln>
        </p:spPr>
      </p:pic>
      <p:pic>
        <p:nvPicPr>
          <p:cNvPr id="1015" name="Billede 10"/>
          <p:cNvPicPr/>
          <p:nvPr/>
        </p:nvPicPr>
        <p:blipFill>
          <a:blip r:embed="rId3"/>
          <a:stretch/>
        </p:blipFill>
        <p:spPr>
          <a:xfrm>
            <a:off x="644760" y="1794600"/>
            <a:ext cx="5246280" cy="2642400"/>
          </a:xfrm>
          <a:prstGeom prst="rect">
            <a:avLst/>
          </a:prstGeom>
          <a:noFill/>
          <a:ln w="0">
            <a:noFill/>
          </a:ln>
        </p:spPr>
      </p:pic>
      <p:sp>
        <p:nvSpPr>
          <p:cNvPr id="1016" name="TextBox 3"/>
          <p:cNvSpPr/>
          <p:nvPr/>
        </p:nvSpPr>
        <p:spPr>
          <a:xfrm>
            <a:off x="732960" y="4482720"/>
            <a:ext cx="4594680" cy="1752840"/>
          </a:xfrm>
          <a:prstGeom prst="rect">
            <a:avLst/>
          </a:prstGeom>
          <a:solidFill>
            <a:schemeClr val="bg1">
              <a:lumMod val="9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0000"/>
              </a:lnSpc>
              <a:buClr>
                <a:srgbClr val="859900"/>
              </a:buClr>
              <a:buFont typeface="Consolas"/>
              <a:buAutoNum type="arabicPeriod"/>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marL="343080" indent="-343080" defTabSz="914400">
              <a:lnSpc>
                <a:spcPct val="100000"/>
              </a:lnSpc>
              <a:buClr>
                <a:srgbClr val="586E75"/>
              </a:buClr>
              <a:buFont typeface="Consolas"/>
              <a:buAutoNum type="arabicPeriod"/>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marL="343080" indent="-343080" defTabSz="914400">
              <a:lnSpc>
                <a:spcPct val="100000"/>
              </a:lnSpc>
              <a:buClr>
                <a:srgbClr val="657B83"/>
              </a:buClr>
              <a:buFont typeface="Consolas"/>
              <a:buAutoNum type="arabicPeriod"/>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sp>
        <p:nvSpPr>
          <p:cNvPr id="3" name="PlaceHolder 2"/>
          <p:cNvSpPr>
            <a:spLocks noGrp="1"/>
          </p:cNvSpPr>
          <p:nvPr>
            <p:ph type="sldNum" idx="8"/>
          </p:nvPr>
        </p:nvSpPr>
        <p:spPr/>
        <p:txBody>
          <a:bodyPr/>
          <a:lstStyle/>
          <a:p>
            <a:fld id="{794D75FF-DBAA-4E50-B6B7-DB58CF017858}" type="slidenum">
              <a:rPr/>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 name="PlaceHolder 1"/>
          <p:cNvSpPr>
            <a:spLocks noGrp="1"/>
          </p:cNvSpPr>
          <p:nvPr>
            <p:ph type="title" hasCustomPrompt="1"/>
          </p:nvPr>
        </p:nvSpPr>
        <p:spPr>
          <a:xfrm>
            <a:off x="587520" y="359280"/>
            <a:ext cx="64616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Operatorer</a:t>
            </a:r>
            <a:endParaRPr lang="en-US" sz="3600" b="1" u="none" strike="noStrike" spc="300">
              <a:solidFill>
                <a:schemeClr val="dk1"/>
              </a:solidFill>
              <a:effectLst/>
              <a:uFillTx/>
              <a:latin typeface="Consolas"/>
            </a:endParaRPr>
          </a:p>
        </p:txBody>
      </p:sp>
      <p:graphicFrame>
        <p:nvGraphicFramePr>
          <p:cNvPr id="1018" name="Diagram2"/>
          <p:cNvGraphicFramePr/>
          <p:nvPr>
            <p:extLst>
              <p:ext uri="{D42A27DB-BD31-4B8C-83A1-F6EECF244321}">
                <p14:modId xmlns:p14="http://schemas.microsoft.com/office/powerpoint/2010/main" val="1122630288"/>
              </p:ext>
            </p:extLst>
          </p:nvPr>
        </p:nvGraphicFramePr>
        <p:xfrm>
          <a:off x="587520" y="1694160"/>
          <a:ext cx="11322720" cy="4386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PlaceHolder 2"/>
          <p:cNvSpPr>
            <a:spLocks noGrp="1"/>
          </p:cNvSpPr>
          <p:nvPr>
            <p:ph type="sldNum" idx="10"/>
          </p:nvPr>
        </p:nvSpPr>
        <p:spPr/>
        <p:txBody>
          <a:bodyPr/>
          <a:lstStyle/>
          <a:p>
            <a:fld id="{87CA126B-7939-4DC9-BCBB-51B19B708B5E}" type="slidenum">
              <a:r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 name="PlaceHolder 1"/>
          <p:cNvSpPr>
            <a:spLocks noGrp="1"/>
          </p:cNvSpPr>
          <p:nvPr>
            <p:ph hasCustomPrompt="1"/>
          </p:nvPr>
        </p:nvSpPr>
        <p:spPr>
          <a:xfrm>
            <a:off x="8027640" y="2927520"/>
            <a:ext cx="3672000" cy="3221280"/>
          </a:xfrm>
          <a:prstGeom prst="rect">
            <a:avLst/>
          </a:prstGeom>
          <a:noFill/>
          <a:ln w="0">
            <a:noFill/>
          </a:ln>
        </p:spPr>
        <p:txBody>
          <a:bodyPr lIns="0" tIns="45720" rIns="0" bIns="45720" anchor="t">
            <a:noAutofit/>
          </a:bodyPr>
          <a:lstStyle/>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Tutorialspoint.com</a:t>
            </a:r>
          </a:p>
          <a:p>
            <a:pPr marL="285840" indent="-285840" algn="l" defTabSz="914400">
              <a:lnSpc>
                <a:spcPct val="120000"/>
              </a:lnSpc>
              <a:spcBef>
                <a:spcPts val="1001"/>
              </a:spcBef>
              <a:buSzPct val="100051"/>
              <a:buBlip>
                <a:blip r:embed="rId2"/>
              </a:buBlip>
            </a:pPr>
            <a:r>
              <a:rPr lang="da-DK" sz="1600" b="0" u="none" strike="noStrike">
                <a:solidFill>
                  <a:schemeClr val="lt1"/>
                </a:solidFill>
                <a:effectLst/>
                <a:uFillTx/>
                <a:latin typeface="Consolas"/>
              </a:rPr>
              <a:t>Onecompiler.com/c</a:t>
            </a:r>
          </a:p>
        </p:txBody>
      </p:sp>
      <p:sp>
        <p:nvSpPr>
          <p:cNvPr id="1020" name="PlaceHolder 2"/>
          <p:cNvSpPr>
            <a:spLocks noGrp="1"/>
          </p:cNvSpPr>
          <p:nvPr>
            <p:ph type="title" hasCustomPrompt="1"/>
          </p:nvPr>
        </p:nvSpPr>
        <p:spPr>
          <a:xfrm>
            <a:off x="8027640" y="943560"/>
            <a:ext cx="3672000" cy="18594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lt1"/>
                </a:solidFill>
                <a:effectLst/>
                <a:uFillTx/>
                <a:latin typeface="Consolas"/>
              </a:rPr>
              <a:t>Opgaver</a:t>
            </a:r>
            <a:endParaRPr lang="en-US" sz="3600" b="1" u="none" strike="noStrike" spc="300">
              <a:solidFill>
                <a:schemeClr val="lt1"/>
              </a:solidFill>
              <a:effectLst/>
              <a:uFillTx/>
              <a:latin typeface="Consolas"/>
            </a:endParaRPr>
          </a:p>
        </p:txBody>
      </p:sp>
      <p:sp>
        <p:nvSpPr>
          <p:cNvPr id="4" name="PlaceHolder 3"/>
          <p:cNvSpPr>
            <a:spLocks noGrp="1"/>
          </p:cNvSpPr>
          <p:nvPr>
            <p:ph type="sldNum" idx="1"/>
          </p:nvPr>
        </p:nvSpPr>
        <p:spPr/>
        <p:txBody>
          <a:bodyPr/>
          <a:lstStyle/>
          <a:p>
            <a:fld id="{BD25FC75-F503-4132-BFDE-0EB635C272E8}" type="slidenum">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21" name="PlaceHolder 1"/>
          <p:cNvSpPr>
            <a:spLocks noGrp="1"/>
          </p:cNvSpPr>
          <p:nvPr>
            <p:ph type="title" hasCustomPrompt="1"/>
          </p:nvPr>
        </p:nvSpPr>
        <p:spPr>
          <a:xfrm>
            <a:off x="587520" y="370440"/>
            <a:ext cx="6406200" cy="147312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Opgave: operatorer</a:t>
            </a:r>
            <a:br>
              <a:rPr sz="3600"/>
            </a:br>
            <a:endParaRPr lang="en-US" sz="3600" b="1" u="none" strike="noStrike" spc="300">
              <a:solidFill>
                <a:schemeClr val="dk1"/>
              </a:solidFill>
              <a:effectLst/>
              <a:uFillTx/>
              <a:latin typeface="Consolas"/>
            </a:endParaRPr>
          </a:p>
        </p:txBody>
      </p:sp>
      <p:sp>
        <p:nvSpPr>
          <p:cNvPr id="1022" name="PlaceHolder 2"/>
          <p:cNvSpPr>
            <a:spLocks noGrp="1"/>
          </p:cNvSpPr>
          <p:nvPr>
            <p:ph hasCustomPrompt="1"/>
          </p:nvPr>
        </p:nvSpPr>
        <p:spPr>
          <a:xfrm>
            <a:off x="263520" y="1951200"/>
            <a:ext cx="10618560" cy="3702960"/>
          </a:xfrm>
          <a:prstGeom prst="rect">
            <a:avLst/>
          </a:prstGeom>
          <a:noFill/>
          <a:ln w="0">
            <a:noFill/>
          </a:ln>
        </p:spPr>
        <p:txBody>
          <a:bodyPr lIns="0" tIns="45720" rIns="0" bIns="45720" anchor="t">
            <a:noAutofit/>
          </a:bodyPr>
          <a:lstStyle/>
          <a:p>
            <a:pPr indent="0" algn="l" defTabSz="914400">
              <a:spcBef>
                <a:spcPts val="1001"/>
              </a:spcBef>
              <a:buNone/>
              <a:tabLst>
                <a:tab pos="0" algn="l"/>
              </a:tabLst>
            </a:pPr>
            <a:r>
              <a:rPr lang="da-DK" sz="1000" b="0" u="none" strike="noStrike" dirty="0">
                <a:solidFill>
                  <a:schemeClr val="dk1"/>
                </a:solidFill>
                <a:effectLst/>
                <a:uFillTx/>
                <a:latin typeface="Consolas"/>
              </a:rPr>
              <a:t>Skriv kildekoden til et program, som indeholder 3 variable </a:t>
            </a:r>
            <a:r>
              <a:rPr lang="da-DK" sz="1000" b="0" u="none" strike="noStrike" dirty="0" err="1">
                <a:solidFill>
                  <a:schemeClr val="dk1"/>
                </a:solidFill>
                <a:effectLst/>
                <a:uFillTx/>
                <a:latin typeface="Consolas"/>
              </a:rPr>
              <a:t>int</a:t>
            </a:r>
            <a:r>
              <a:rPr lang="da-DK" sz="1000" b="0" u="none" strike="noStrike" dirty="0">
                <a:solidFill>
                  <a:schemeClr val="dk1"/>
                </a:solidFill>
                <a:effectLst/>
                <a:uFillTx/>
                <a:latin typeface="Consolas"/>
              </a:rPr>
              <a:t> a=513,b=10, c; Programmet skal indeholde brug af =,+,*,%,&lt;,&gt;=,==, og ?:, som minimum. Tag udgangspunkt i </a:t>
            </a:r>
            <a:r>
              <a:rPr lang="da-DK" sz="1000" b="0" u="sng" strike="noStrike" dirty="0">
                <a:solidFill>
                  <a:schemeClr val="dk1"/>
                </a:solidFill>
                <a:effectLst/>
                <a:uFillTx/>
                <a:latin typeface="Consolas"/>
                <a:hlinkClick r:id="rId2"/>
              </a:rPr>
              <a:t>AAU_ST1_Programmring_operatorer1 - C - </a:t>
            </a:r>
            <a:r>
              <a:rPr lang="da-DK" sz="1000" b="0" u="sng" strike="noStrike" dirty="0" err="1">
                <a:solidFill>
                  <a:schemeClr val="dk1"/>
                </a:solidFill>
                <a:effectLst/>
                <a:uFillTx/>
                <a:latin typeface="Consolas"/>
                <a:hlinkClick r:id="rId2"/>
              </a:rPr>
              <a:t>OneCompiler</a:t>
            </a:r>
            <a:endParaRPr lang="da-DK" sz="1000" b="0" u="none" strike="noStrike" dirty="0">
              <a:solidFill>
                <a:schemeClr val="dk1"/>
              </a:solidFill>
              <a:effectLst/>
              <a:uFillTx/>
              <a:latin typeface="Consolas"/>
            </a:endParaRPr>
          </a:p>
          <a:p>
            <a:pPr indent="0" algn="l" defTabSz="914400">
              <a:spcBef>
                <a:spcPts val="1001"/>
              </a:spcBef>
              <a:buNone/>
              <a:tabLst>
                <a:tab pos="0" algn="l"/>
              </a:tabLst>
            </a:pPr>
            <a:r>
              <a:rPr lang="en-US" sz="1000" b="1" u="none" strike="noStrike" dirty="0" err="1">
                <a:solidFill>
                  <a:schemeClr val="dk1"/>
                </a:solidFill>
                <a:effectLst/>
                <a:uFillTx/>
                <a:latin typeface="Consolas"/>
              </a:rPr>
              <a:t>Fremgangsmåde</a:t>
            </a:r>
            <a:r>
              <a:rPr lang="en-US" sz="1000" b="1" u="none" strike="noStrike" dirty="0">
                <a:solidFill>
                  <a:schemeClr val="dk1"/>
                </a:solidFill>
                <a:effectLst/>
                <a:uFillTx/>
                <a:latin typeface="Consolas"/>
              </a:rPr>
              <a:t>:</a:t>
            </a:r>
            <a:endParaRPr lang="da-DK" sz="1000" b="0" u="none" strike="noStrike" dirty="0">
              <a:solidFill>
                <a:schemeClr val="dk1"/>
              </a:solidFill>
              <a:effectLst/>
              <a:uFillTx/>
              <a:latin typeface="Consolas"/>
            </a:endParaRPr>
          </a:p>
          <a:p>
            <a:pPr marL="285840" indent="-285840" algn="l" defTabSz="914400">
              <a:spcBef>
                <a:spcPts val="1001"/>
              </a:spcBef>
              <a:buSzPct val="100051"/>
              <a:buBlip>
                <a:blip r:embed="rId3"/>
              </a:buBlip>
              <a:tabLst>
                <a:tab pos="0" algn="l"/>
              </a:tabLst>
            </a:pPr>
            <a:r>
              <a:rPr lang="da-DK" sz="1000" b="0" u="none" strike="noStrike" dirty="0">
                <a:solidFill>
                  <a:schemeClr val="dk1"/>
                </a:solidFill>
                <a:effectLst/>
                <a:uFillTx/>
                <a:latin typeface="Consolas"/>
              </a:rPr>
              <a:t>Giv et eksempel på hvordan man tager summen af 2 variabler, a og b, og gemmer det i variablen c.</a:t>
            </a:r>
          </a:p>
          <a:p>
            <a:pPr marL="285840" indent="-285840" algn="l" defTabSz="914400">
              <a:spcBef>
                <a:spcPts val="1001"/>
              </a:spcBef>
              <a:buSzPct val="100051"/>
              <a:buBlip>
                <a:blip r:embed="rId3"/>
              </a:buBlip>
              <a:tabLst>
                <a:tab pos="0" algn="l"/>
              </a:tabLst>
            </a:pPr>
            <a:r>
              <a:rPr lang="da-DK" sz="1000" b="0" u="none" strike="noStrike" dirty="0">
                <a:solidFill>
                  <a:schemeClr val="dk1"/>
                </a:solidFill>
                <a:effectLst/>
                <a:uFillTx/>
                <a:latin typeface="Consolas"/>
              </a:rPr>
              <a:t>Giv et eksempel på hvordan man dividerer a med b og gemmer i c. Hvad er værdien af c, og er det korrekt?</a:t>
            </a:r>
          </a:p>
          <a:p>
            <a:pPr marL="285840" indent="-285840" algn="l" defTabSz="914400">
              <a:spcBef>
                <a:spcPts val="1001"/>
              </a:spcBef>
              <a:buSzPct val="100051"/>
              <a:buBlip>
                <a:blip r:embed="rId3"/>
              </a:buBlip>
              <a:tabLst>
                <a:tab pos="0" algn="l"/>
              </a:tabLst>
            </a:pPr>
            <a:r>
              <a:rPr lang="da-DK" sz="1000" b="0" u="none" strike="noStrike" dirty="0">
                <a:solidFill>
                  <a:schemeClr val="dk1"/>
                </a:solidFill>
                <a:effectLst/>
                <a:uFillTx/>
                <a:latin typeface="Consolas"/>
              </a:rPr>
              <a:t>Find ud af hvad alle disse operatorer gør, og se om du kan finde ud af hvad det rent faktisk betyder. Skriv en kommentar til hver af dem, som forklarer hvad de gør</a:t>
            </a:r>
          </a:p>
          <a:p>
            <a:pPr marL="806400" lvl="2" indent="-171360" algn="l" defTabSz="914400">
              <a:spcBef>
                <a:spcPts val="499"/>
              </a:spcBef>
              <a:buSzPct val="100000"/>
              <a:buBlip>
                <a:blip r:embed="rId4"/>
              </a:buBlip>
              <a:tabLst>
                <a:tab pos="898560" algn="l"/>
              </a:tabLst>
            </a:pPr>
            <a:r>
              <a:rPr lang="da-DK" sz="1000" b="0" u="none" strike="noStrike" dirty="0">
                <a:solidFill>
                  <a:schemeClr val="dk1"/>
                </a:solidFill>
                <a:effectLst/>
                <a:uFillTx/>
                <a:latin typeface="Consolas"/>
              </a:rPr>
              <a:t>=</a:t>
            </a:r>
          </a:p>
          <a:p>
            <a:pPr marL="806400" lvl="2" indent="-171360" algn="l" defTabSz="914400">
              <a:spcBef>
                <a:spcPts val="499"/>
              </a:spcBef>
              <a:buSzPct val="100000"/>
              <a:buBlip>
                <a:blip r:embed="rId4"/>
              </a:buBlip>
              <a:tabLst>
                <a:tab pos="898560" algn="l"/>
              </a:tabLst>
            </a:pPr>
            <a:r>
              <a:rPr lang="da-DK" sz="1000" b="0" u="none" strike="noStrike" dirty="0" err="1">
                <a:solidFill>
                  <a:schemeClr val="dk1"/>
                </a:solidFill>
                <a:effectLst/>
                <a:uFillTx/>
                <a:latin typeface="Consolas"/>
              </a:rPr>
              <a:t>a+b</a:t>
            </a:r>
            <a:r>
              <a:rPr lang="da-DK" sz="1000" b="0" u="none" strike="noStrike" dirty="0">
                <a:solidFill>
                  <a:schemeClr val="dk1"/>
                </a:solidFill>
                <a:effectLst/>
                <a:uFillTx/>
                <a:latin typeface="Consolas"/>
              </a:rPr>
              <a:t>, </a:t>
            </a:r>
            <a:r>
              <a:rPr lang="da-DK" sz="1000" b="0" u="none" strike="noStrike" dirty="0" err="1">
                <a:solidFill>
                  <a:schemeClr val="dk1"/>
                </a:solidFill>
                <a:effectLst/>
                <a:uFillTx/>
                <a:latin typeface="Consolas"/>
              </a:rPr>
              <a:t>a-b</a:t>
            </a:r>
            <a:endParaRPr lang="da-DK" sz="1000" b="0" u="none" strike="noStrike" dirty="0">
              <a:solidFill>
                <a:schemeClr val="dk1"/>
              </a:solidFill>
              <a:effectLst/>
              <a:uFillTx/>
              <a:latin typeface="Consolas"/>
            </a:endParaRPr>
          </a:p>
          <a:p>
            <a:pPr marL="806400" lvl="2" indent="-171360" algn="l" defTabSz="914400">
              <a:spcBef>
                <a:spcPts val="499"/>
              </a:spcBef>
              <a:buSzPct val="100000"/>
              <a:buBlip>
                <a:blip r:embed="rId4"/>
              </a:buBlip>
              <a:tabLst>
                <a:tab pos="898560" algn="l"/>
              </a:tabLst>
            </a:pPr>
            <a:r>
              <a:rPr lang="da-DK" sz="1000" b="0" u="none" strike="noStrike" dirty="0">
                <a:solidFill>
                  <a:schemeClr val="dk1"/>
                </a:solidFill>
                <a:effectLst/>
                <a:uFillTx/>
                <a:latin typeface="Consolas"/>
              </a:rPr>
              <a:t>a*b, a/b</a:t>
            </a:r>
          </a:p>
          <a:p>
            <a:pPr marL="806400" lvl="2" indent="-171360" algn="l" defTabSz="914400">
              <a:spcBef>
                <a:spcPts val="499"/>
              </a:spcBef>
              <a:buSzPct val="100000"/>
              <a:buBlip>
                <a:blip r:embed="rId4"/>
              </a:buBlip>
              <a:tabLst>
                <a:tab pos="898560" algn="l"/>
              </a:tabLst>
            </a:pPr>
            <a:r>
              <a:rPr lang="da-DK" sz="1000" b="0" u="none" strike="noStrike" dirty="0" err="1">
                <a:solidFill>
                  <a:schemeClr val="dk1"/>
                </a:solidFill>
                <a:effectLst/>
                <a:uFillTx/>
                <a:latin typeface="Consolas"/>
              </a:rPr>
              <a:t>a%b</a:t>
            </a:r>
            <a:endParaRPr lang="da-DK" sz="1000" b="0" u="none" strike="noStrike" dirty="0">
              <a:solidFill>
                <a:schemeClr val="dk1"/>
              </a:solidFill>
              <a:effectLst/>
              <a:uFillTx/>
              <a:latin typeface="Consolas"/>
            </a:endParaRPr>
          </a:p>
          <a:p>
            <a:pPr marL="806400" lvl="2" indent="-171360" algn="l" defTabSz="914400">
              <a:spcBef>
                <a:spcPts val="499"/>
              </a:spcBef>
              <a:buSzPct val="100000"/>
              <a:buBlip>
                <a:blip r:embed="rId4"/>
              </a:buBlip>
              <a:tabLst>
                <a:tab pos="898560" algn="l"/>
              </a:tabLst>
            </a:pPr>
            <a:r>
              <a:rPr lang="da-DK" sz="1000" b="0" u="none" strike="noStrike" dirty="0">
                <a:solidFill>
                  <a:schemeClr val="dk1"/>
                </a:solidFill>
                <a:effectLst/>
                <a:uFillTx/>
                <a:latin typeface="Consolas"/>
              </a:rPr>
              <a:t>a&lt;b, a&gt;b, a!=b, a==b</a:t>
            </a:r>
          </a:p>
          <a:p>
            <a:pPr marL="806400" lvl="2" indent="-171360" algn="l" defTabSz="914400">
              <a:spcBef>
                <a:spcPts val="499"/>
              </a:spcBef>
              <a:buSzPct val="100000"/>
              <a:buBlip>
                <a:blip r:embed="rId4"/>
              </a:buBlip>
              <a:tabLst>
                <a:tab pos="898560" algn="l"/>
              </a:tabLst>
            </a:pPr>
            <a:r>
              <a:rPr lang="da-DK" sz="1000" b="0" u="none" strike="noStrike" dirty="0">
                <a:solidFill>
                  <a:schemeClr val="dk1"/>
                </a:solidFill>
                <a:effectLst/>
                <a:uFillTx/>
                <a:latin typeface="Consolas"/>
              </a:rPr>
              <a:t>c = a&lt;b ? 15: 50</a:t>
            </a:r>
          </a:p>
          <a:p>
            <a:pPr marL="806400" lvl="2" indent="-171360" algn="l" defTabSz="914400">
              <a:spcBef>
                <a:spcPts val="499"/>
              </a:spcBef>
              <a:buSzPct val="100000"/>
              <a:buBlip>
                <a:blip r:embed="rId4"/>
              </a:buBlip>
              <a:tabLst>
                <a:tab pos="898560" algn="l"/>
              </a:tabLst>
            </a:pPr>
            <a:r>
              <a:rPr lang="da-DK" sz="1000" b="0" u="none" strike="noStrike" dirty="0">
                <a:solidFill>
                  <a:schemeClr val="dk1"/>
                </a:solidFill>
                <a:effectLst/>
                <a:uFillTx/>
                <a:latin typeface="Consolas"/>
              </a:rPr>
              <a:t>Eksempel: c = a + b;</a:t>
            </a:r>
          </a:p>
          <a:p>
            <a:pPr marL="623880" lvl="1" indent="-285840" algn="l" defTabSz="914400">
              <a:spcBef>
                <a:spcPts val="499"/>
              </a:spcBef>
              <a:buSzPct val="100058"/>
              <a:buBlip>
                <a:blip r:embed="rId3"/>
              </a:buBlip>
              <a:tabLst>
                <a:tab pos="898560" algn="l"/>
              </a:tabLst>
            </a:pPr>
            <a:r>
              <a:rPr lang="da-DK" sz="1000" b="0" u="none" strike="noStrike" dirty="0">
                <a:solidFill>
                  <a:schemeClr val="dk1"/>
                </a:solidFill>
                <a:effectLst/>
                <a:uFillTx/>
                <a:latin typeface="Consolas"/>
              </a:rPr>
              <a:t>Hint: Læs omkring operatorer i C</a:t>
            </a:r>
          </a:p>
          <a:p>
            <a:pPr marL="623880" lvl="1" indent="-285840" algn="l" defTabSz="914400">
              <a:spcBef>
                <a:spcPts val="499"/>
              </a:spcBef>
              <a:buSzPct val="100058"/>
              <a:buBlip>
                <a:blip r:embed="rId3"/>
              </a:buBlip>
              <a:tabLst>
                <a:tab pos="898560" algn="l"/>
              </a:tabLst>
            </a:pPr>
            <a:r>
              <a:rPr lang="da-DK" sz="1000" b="0" u="none" strike="noStrike" dirty="0">
                <a:solidFill>
                  <a:schemeClr val="dk1"/>
                </a:solidFill>
                <a:effectLst/>
                <a:uFillTx/>
                <a:latin typeface="Consolas"/>
              </a:rPr>
              <a:t>Hint: Hvilken header/</a:t>
            </a:r>
            <a:r>
              <a:rPr lang="da-DK" sz="1000" b="0" u="none" strike="noStrike" dirty="0" err="1">
                <a:solidFill>
                  <a:schemeClr val="dk1"/>
                </a:solidFill>
                <a:effectLst/>
                <a:uFillTx/>
                <a:latin typeface="Consolas"/>
              </a:rPr>
              <a:t>library</a:t>
            </a:r>
            <a:r>
              <a:rPr lang="da-DK" sz="1000" b="0" u="none" strike="noStrike" dirty="0">
                <a:solidFill>
                  <a:schemeClr val="dk1"/>
                </a:solidFill>
                <a:effectLst/>
                <a:uFillTx/>
                <a:latin typeface="Consolas"/>
              </a:rPr>
              <a:t> skal man </a:t>
            </a:r>
            <a:r>
              <a:rPr lang="da-DK" sz="1000" b="0" u="none" strike="noStrike" dirty="0" err="1">
                <a:solidFill>
                  <a:schemeClr val="dk1"/>
                </a:solidFill>
                <a:effectLst/>
                <a:uFillTx/>
                <a:latin typeface="Consolas"/>
              </a:rPr>
              <a:t>include</a:t>
            </a:r>
            <a:r>
              <a:rPr lang="da-DK" sz="1000" b="0" u="none" strike="noStrike" dirty="0">
                <a:solidFill>
                  <a:schemeClr val="dk1"/>
                </a:solidFill>
                <a:effectLst/>
                <a:uFillTx/>
                <a:latin typeface="Consolas"/>
              </a:rPr>
              <a:t> for at kunne printe til terminalen</a:t>
            </a:r>
          </a:p>
          <a:p>
            <a:pPr marL="285840" indent="-285840" algn="l" defTabSz="914400">
              <a:spcBef>
                <a:spcPts val="1001"/>
              </a:spcBef>
              <a:buSzPct val="100051"/>
              <a:buBlip>
                <a:blip r:embed="rId3"/>
              </a:buBlip>
              <a:tabLst>
                <a:tab pos="898560" algn="l"/>
              </a:tabLst>
            </a:pPr>
            <a:r>
              <a:rPr lang="da-DK" sz="1000" b="0" u="none" strike="noStrike" dirty="0">
                <a:solidFill>
                  <a:schemeClr val="dk1"/>
                </a:solidFill>
                <a:effectLst/>
                <a:uFillTx/>
                <a:latin typeface="Consolas"/>
              </a:rPr>
              <a:t>Kør programmet</a:t>
            </a:r>
          </a:p>
          <a:p>
            <a:pPr marL="285840" indent="-285840" algn="l" defTabSz="914400">
              <a:spcBef>
                <a:spcPts val="1001"/>
              </a:spcBef>
              <a:buSzPct val="100051"/>
              <a:buBlip>
                <a:blip r:embed="rId3"/>
              </a:buBlip>
              <a:tabLst>
                <a:tab pos="898560" algn="l"/>
              </a:tabLst>
            </a:pPr>
            <a:r>
              <a:rPr lang="da-DK" sz="1000" b="0" u="none" strike="noStrike" dirty="0">
                <a:solidFill>
                  <a:schemeClr val="dk1"/>
                </a:solidFill>
                <a:effectLst/>
                <a:uFillTx/>
                <a:latin typeface="Consolas"/>
              </a:rPr>
              <a:t>Gem som ST1_Programmering_operatorerer</a:t>
            </a:r>
          </a:p>
        </p:txBody>
      </p:sp>
      <p:sp>
        <p:nvSpPr>
          <p:cNvPr id="4" name="PlaceHolder 3"/>
          <p:cNvSpPr>
            <a:spLocks noGrp="1"/>
          </p:cNvSpPr>
          <p:nvPr>
            <p:ph type="sldNum" idx="6"/>
          </p:nvPr>
        </p:nvSpPr>
        <p:spPr/>
        <p:txBody>
          <a:bodyPr/>
          <a:lstStyle/>
          <a:p>
            <a:fld id="{EA01AA84-5BFE-47C4-82F0-12696A3F8B8F}" type="slidenum">
              <a:r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23" name="PlaceHolder 1"/>
          <p:cNvSpPr>
            <a:spLocks noGrp="1"/>
          </p:cNvSpPr>
          <p:nvPr>
            <p:ph type="title" hasCustomPrompt="1"/>
          </p:nvPr>
        </p:nvSpPr>
        <p:spPr>
          <a:xfrm>
            <a:off x="587520" y="367560"/>
            <a:ext cx="979128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Opgave - hello3</a:t>
            </a:r>
            <a:endParaRPr lang="en-US" sz="3600" b="1" u="none" strike="noStrike" spc="300">
              <a:solidFill>
                <a:schemeClr val="dk1"/>
              </a:solidFill>
              <a:effectLst/>
              <a:uFillTx/>
              <a:latin typeface="Consolas"/>
            </a:endParaRPr>
          </a:p>
        </p:txBody>
      </p:sp>
      <p:sp>
        <p:nvSpPr>
          <p:cNvPr id="1024" name="PlaceHolder 2"/>
          <p:cNvSpPr>
            <a:spLocks noGrp="1"/>
          </p:cNvSpPr>
          <p:nvPr>
            <p:ph hasCustomPrompt="1"/>
          </p:nvPr>
        </p:nvSpPr>
        <p:spPr>
          <a:xfrm>
            <a:off x="587520" y="2262600"/>
            <a:ext cx="11214720" cy="3571200"/>
          </a:xfrm>
          <a:prstGeom prst="rect">
            <a:avLst/>
          </a:prstGeom>
          <a:noFill/>
          <a:ln w="0">
            <a:noFill/>
          </a:ln>
        </p:spPr>
        <p:txBody>
          <a:bodyPr lIns="0" tIns="45720" rIns="0" bIns="45720" anchor="t">
            <a:normAutofit fontScale="70000" lnSpcReduction="2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Med udgangspunkt i opgaven i </a:t>
            </a:r>
            <a:r>
              <a:rPr lang="da-DK" sz="1600" b="0" u="sng" strike="noStrike">
                <a:solidFill>
                  <a:schemeClr val="dk1"/>
                </a:solidFill>
                <a:effectLst/>
                <a:uFillTx/>
                <a:latin typeface="Consolas"/>
                <a:hlinkClick r:id="rId2"/>
              </a:rPr>
              <a:t>AAU_ST1_Programming_Hello3 - C - OneCompiler</a:t>
            </a:r>
            <a:r>
              <a:rPr lang="da-DK" sz="1600" b="0" u="none" strike="noStrike">
                <a:solidFill>
                  <a:schemeClr val="dk1"/>
                </a:solidFill>
                <a:effectLst/>
                <a:uFillTx/>
                <a:latin typeface="Consolas"/>
              </a:rPr>
              <a:t>, Lav et program som giver følgende output (</a:t>
            </a:r>
            <a:r>
              <a:rPr lang="da-DK" sz="1600" b="1" i="1" u="none" strike="noStrike">
                <a:solidFill>
                  <a:schemeClr val="dk1"/>
                </a:solidFill>
                <a:effectLst/>
                <a:uFillTx/>
                <a:latin typeface="Consolas"/>
              </a:rPr>
              <a:t>Tallet var "#"</a:t>
            </a:r>
            <a:r>
              <a:rPr lang="da-DK" sz="1600" b="0" u="none" strike="noStrike">
                <a:solidFill>
                  <a:schemeClr val="dk1"/>
                </a:solidFill>
                <a:effectLst/>
                <a:uFillTx/>
                <a:latin typeface="Consolas"/>
              </a:rPr>
              <a:t>). Hvor # stammer fra variablen tal. Det vigtige er at den skriver "#".</a:t>
            </a:r>
          </a:p>
          <a:p>
            <a:pPr marL="285840" lvl="1" indent="-285840" algn="l" defTabSz="914400">
              <a:lnSpc>
                <a:spcPct val="120000"/>
              </a:lnSpc>
              <a:spcBef>
                <a:spcPts val="1001"/>
              </a:spcBef>
              <a:buSzPct val="100051"/>
              <a:buBlip>
                <a:blip r:embed="rId3"/>
              </a:buBlip>
              <a:tabLst>
                <a:tab pos="0" algn="l"/>
              </a:tabLst>
            </a:pPr>
            <a:r>
              <a:rPr lang="da-DK" sz="1600" b="1" u="none" strike="noStrike">
                <a:solidFill>
                  <a:schemeClr val="dk1"/>
                </a:solidFill>
                <a:effectLst/>
                <a:uFillTx/>
                <a:latin typeface="Consolas"/>
              </a:rPr>
              <a:t>Fremgangsmåde</a:t>
            </a:r>
            <a:r>
              <a:rPr lang="da-DK" sz="1600" b="0" u="none" strike="noStrike">
                <a:solidFill>
                  <a:schemeClr val="dk1"/>
                </a:solidFill>
                <a:effectLst/>
                <a:uFillTx/>
                <a:latin typeface="Consolas"/>
              </a:rPr>
              <a:t>: </a:t>
            </a: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Lav et program som hedder ST1_Programming_hello3.</a:t>
            </a: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Lav en main funktion</a:t>
            </a: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lav variabel int tal = 145123;</a:t>
            </a:r>
          </a:p>
          <a:p>
            <a:pPr marL="285840" lvl="1" indent="-28584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Skriv i terminalen : tallet var ”145123”.</a:t>
            </a:r>
          </a:p>
          <a:p>
            <a:pPr marL="285840" lvl="1" indent="-285840" algn="l" defTabSz="914400">
              <a:lnSpc>
                <a:spcPct val="120000"/>
              </a:lnSpc>
              <a:spcBef>
                <a:spcPts val="499"/>
              </a:spcBef>
              <a:buSzPct val="100051"/>
              <a:buBlip>
                <a:blip r:embed="rId3"/>
              </a:buBlip>
              <a:tabLst>
                <a:tab pos="0" algn="l"/>
              </a:tabLst>
            </a:pPr>
            <a:r>
              <a:rPr lang="da-DK" sz="1600" b="0" u="none" strike="noStrike">
                <a:solidFill>
                  <a:schemeClr val="dk1"/>
                </a:solidFill>
                <a:effectLst/>
                <a:uFillTx/>
                <a:latin typeface="Consolas"/>
              </a:rPr>
              <a:t>Hvis man ændre værdien i variablen tal, skal det printede tal også opdaterer.</a:t>
            </a:r>
          </a:p>
          <a:p>
            <a:pPr marL="285840" lvl="1" indent="-285840" algn="l" defTabSz="914400">
              <a:lnSpc>
                <a:spcPct val="120000"/>
              </a:lnSpc>
              <a:spcBef>
                <a:spcPts val="499"/>
              </a:spcBef>
              <a:buSzPct val="100051"/>
              <a:buBlip>
                <a:blip r:embed="rId3"/>
              </a:buBlip>
              <a:tabLst>
                <a:tab pos="0" algn="l"/>
              </a:tabLst>
            </a:pPr>
            <a:r>
              <a:rPr lang="da-DK" sz="1600" b="0" u="none" strike="noStrike">
                <a:solidFill>
                  <a:schemeClr val="dk1"/>
                </a:solidFill>
                <a:effectLst/>
                <a:uFillTx/>
                <a:latin typeface="Consolas"/>
              </a:rPr>
              <a:t>Den </a:t>
            </a:r>
            <a:r>
              <a:rPr lang="da-DK" sz="1600" b="1" u="none" strike="noStrike">
                <a:solidFill>
                  <a:schemeClr val="dk1"/>
                </a:solidFill>
                <a:effectLst/>
                <a:uFillTx/>
                <a:latin typeface="Consolas"/>
              </a:rPr>
              <a:t>skal</a:t>
            </a:r>
            <a:r>
              <a:rPr lang="da-DK" sz="1600" b="0" u="none" strike="noStrike">
                <a:solidFill>
                  <a:schemeClr val="dk1"/>
                </a:solidFill>
                <a:effectLst/>
                <a:uFillTx/>
                <a:latin typeface="Consolas"/>
              </a:rPr>
              <a:t> skrive "#" </a:t>
            </a:r>
          </a:p>
          <a:p>
            <a:pPr marL="285840" lvl="1" indent="-285840" algn="l" defTabSz="914400">
              <a:lnSpc>
                <a:spcPct val="120000"/>
              </a:lnSpc>
              <a:spcBef>
                <a:spcPts val="499"/>
              </a:spcBef>
              <a:buSzPct val="100051"/>
              <a:buBlip>
                <a:blip r:embed="rId3"/>
              </a:buBlip>
              <a:tabLst>
                <a:tab pos="0" algn="l"/>
              </a:tabLst>
            </a:pPr>
            <a:r>
              <a:rPr lang="da-DK" sz="1600" b="0" u="none" strike="noStrike">
                <a:solidFill>
                  <a:schemeClr val="dk1"/>
                </a:solidFill>
                <a:effectLst/>
                <a:uFillTx/>
                <a:latin typeface="Consolas"/>
              </a:rPr>
              <a:t>Hint: Læs omkring special characters</a:t>
            </a:r>
          </a:p>
          <a:p>
            <a:pPr marL="806400" lvl="2" indent="-171360" algn="l" defTabSz="914400">
              <a:lnSpc>
                <a:spcPct val="120000"/>
              </a:lnSpc>
              <a:spcBef>
                <a:spcPts val="499"/>
              </a:spcBef>
              <a:buSzPct val="100000"/>
              <a:buBlip>
                <a:blip r:embed="rId4"/>
              </a:buBlip>
              <a:tabLst>
                <a:tab pos="898560" algn="l"/>
              </a:tabLst>
            </a:pPr>
            <a:r>
              <a:rPr lang="da-DK" sz="1200" b="0" u="sng" strike="noStrike">
                <a:solidFill>
                  <a:schemeClr val="dk1"/>
                </a:solidFill>
                <a:effectLst/>
                <a:uFillTx/>
                <a:latin typeface="Consolas"/>
                <a:hlinkClick r:id="rId5"/>
              </a:rPr>
              <a:t>https://www.gnu.org/software/gnu-c-manual/gnu-c-manual.pdf</a:t>
            </a:r>
            <a:endParaRPr lang="da-DK" sz="1200" b="0" u="none" strike="noStrike">
              <a:solidFill>
                <a:schemeClr val="dk1"/>
              </a:solidFill>
              <a:effectLst/>
              <a:uFillTx/>
              <a:latin typeface="Consolas"/>
            </a:endParaRPr>
          </a:p>
          <a:p>
            <a:pPr marL="285840" lvl="1" indent="-285840" algn="l" defTabSz="914400">
              <a:lnSpc>
                <a:spcPct val="120000"/>
              </a:lnSpc>
              <a:spcBef>
                <a:spcPts val="1001"/>
              </a:spcBef>
              <a:buSzPct val="100051"/>
              <a:buBlip>
                <a:blip r:embed="rId3"/>
              </a:buBlip>
              <a:tabLst>
                <a:tab pos="898560" algn="l"/>
              </a:tabLst>
            </a:pPr>
            <a:r>
              <a:rPr lang="da-DK" sz="1600" b="0" u="none" strike="noStrike">
                <a:solidFill>
                  <a:schemeClr val="dk1"/>
                </a:solidFill>
                <a:effectLst/>
                <a:uFillTx/>
                <a:latin typeface="Consolas"/>
              </a:rPr>
              <a:t>Kør programmet</a:t>
            </a:r>
          </a:p>
          <a:p>
            <a:pPr marL="285840" lvl="1" indent="-285840" algn="l" defTabSz="914400">
              <a:lnSpc>
                <a:spcPct val="120000"/>
              </a:lnSpc>
              <a:spcBef>
                <a:spcPts val="1001"/>
              </a:spcBef>
              <a:buSzPct val="100051"/>
              <a:buBlip>
                <a:blip r:embed="rId3"/>
              </a:buBlip>
              <a:tabLst>
                <a:tab pos="898560" algn="l"/>
              </a:tabLst>
            </a:pPr>
            <a:r>
              <a:rPr lang="da-DK" sz="1600" b="0" u="none" strike="noStrike">
                <a:solidFill>
                  <a:schemeClr val="dk1"/>
                </a:solidFill>
                <a:effectLst/>
                <a:uFillTx/>
                <a:latin typeface="Consolas"/>
              </a:rPr>
              <a:t>Gem program ST1_Programmring_hello4 under din profil.</a:t>
            </a:r>
          </a:p>
        </p:txBody>
      </p:sp>
      <p:sp>
        <p:nvSpPr>
          <p:cNvPr id="4" name="PlaceHolder 3"/>
          <p:cNvSpPr>
            <a:spLocks noGrp="1"/>
          </p:cNvSpPr>
          <p:nvPr>
            <p:ph type="sldNum" idx="8"/>
          </p:nvPr>
        </p:nvSpPr>
        <p:spPr/>
        <p:txBody>
          <a:bodyPr/>
          <a:lstStyle/>
          <a:p>
            <a:fld id="{45E2537C-34B6-4158-96A4-966BA3B96FBC}" type="slidenum">
              <a:r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25" name="PlaceHolder 1"/>
          <p:cNvSpPr>
            <a:spLocks noGrp="1"/>
          </p:cNvSpPr>
          <p:nvPr>
            <p:ph type="title" hasCustomPrompt="1"/>
          </p:nvPr>
        </p:nvSpPr>
        <p:spPr>
          <a:xfrm>
            <a:off x="587520" y="367560"/>
            <a:ext cx="727992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Opgave – Errors 1</a:t>
            </a:r>
            <a:endParaRPr lang="en-US" sz="3600" b="1" u="none" strike="noStrike" spc="300">
              <a:solidFill>
                <a:schemeClr val="dk1"/>
              </a:solidFill>
              <a:effectLst/>
              <a:uFillTx/>
              <a:latin typeface="Consolas"/>
            </a:endParaRPr>
          </a:p>
        </p:txBody>
      </p:sp>
      <p:sp>
        <p:nvSpPr>
          <p:cNvPr id="1026" name="PlaceHolder 2"/>
          <p:cNvSpPr>
            <a:spLocks noGrp="1"/>
          </p:cNvSpPr>
          <p:nvPr>
            <p:ph hasCustomPrompt="1"/>
          </p:nvPr>
        </p:nvSpPr>
        <p:spPr>
          <a:xfrm>
            <a:off x="587520" y="1476360"/>
            <a:ext cx="9021960" cy="4357440"/>
          </a:xfrm>
          <a:prstGeom prst="rect">
            <a:avLst/>
          </a:prstGeom>
          <a:noFill/>
          <a:ln w="0">
            <a:noFill/>
          </a:ln>
        </p:spPr>
        <p:txBody>
          <a:bodyPr lIns="0" tIns="45720" rIns="0" bIns="45720" anchor="t">
            <a:normAutofit fontScale="92500" lnSpcReduction="1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Ret alle fejl I programmet: </a:t>
            </a:r>
            <a:r>
              <a:rPr lang="da-DK" sz="1600" b="0" u="sng" strike="noStrike">
                <a:solidFill>
                  <a:schemeClr val="dk1"/>
                </a:solidFill>
                <a:effectLst/>
                <a:uFillTx/>
                <a:latin typeface="Consolas"/>
                <a:hlinkClick r:id="rId2"/>
              </a:rPr>
              <a:t>AAU_ST1_Programming1_errors1 - C – OneCompiler</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1" u="none" strike="noStrike">
                <a:solidFill>
                  <a:schemeClr val="dk1"/>
                </a:solidFill>
                <a:effectLst/>
                <a:uFillTx/>
                <a:latin typeface="Consolas"/>
              </a:rPr>
              <a:t>Fremgangsmåde:</a:t>
            </a:r>
            <a:endParaRPr lang="da-DK" sz="1600" b="0" u="none" strike="noStrike">
              <a:solidFill>
                <a:schemeClr val="dk1"/>
              </a:solidFill>
              <a:effectLst/>
              <a:uFillTx/>
              <a:latin typeface="Consolas"/>
            </a:endParaRP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Læs og forstå hvad kildekoden bør gøre</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Gem programmet på din profil</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Compiler kildekoden</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Læs hvilke fejl compileren beskriver</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Ret den første fejl, som compileren skriver</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Skriv en kommentar som beskriver den fejl du lige har rettet.</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Compiler koden igen, </a:t>
            </a:r>
          </a:p>
          <a:p>
            <a:pPr marL="863640" lvl="2" indent="-343080" algn="l" defTabSz="914400">
              <a:lnSpc>
                <a:spcPct val="120000"/>
              </a:lnSpc>
              <a:spcBef>
                <a:spcPts val="499"/>
              </a:spcBef>
              <a:buSzPct val="100000"/>
              <a:buBlip>
                <a:blip r:embed="rId4"/>
              </a:buBlip>
              <a:tabLst>
                <a:tab pos="898560" algn="l"/>
              </a:tabLst>
            </a:pPr>
            <a:r>
              <a:rPr lang="da-DK" sz="1200" b="0" u="none" strike="noStrike">
                <a:solidFill>
                  <a:schemeClr val="dk1"/>
                </a:solidFill>
                <a:effectLst/>
                <a:uFillTx/>
                <a:latin typeface="Consolas"/>
              </a:rPr>
              <a:t>Hvis der er flere fejl, så returner til step 4</a:t>
            </a: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8. Gem programmet under din profil som ST1_Programming_errors1</a:t>
            </a: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p:txBody>
      </p:sp>
      <p:sp>
        <p:nvSpPr>
          <p:cNvPr id="4" name="PlaceHolder 3"/>
          <p:cNvSpPr>
            <a:spLocks noGrp="1"/>
          </p:cNvSpPr>
          <p:nvPr>
            <p:ph type="sldNum" idx="8"/>
          </p:nvPr>
        </p:nvSpPr>
        <p:spPr/>
        <p:txBody>
          <a:bodyPr/>
          <a:lstStyle/>
          <a:p>
            <a:fld id="{704C5388-7EB2-4A6E-A3D9-49A4DD3CF98A}" type="slidenum">
              <a:r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27" name="PlaceHolder 1"/>
          <p:cNvSpPr>
            <a:spLocks noGrp="1"/>
          </p:cNvSpPr>
          <p:nvPr>
            <p:ph type="title" hasCustomPrompt="1"/>
          </p:nvPr>
        </p:nvSpPr>
        <p:spPr>
          <a:xfrm>
            <a:off x="587520" y="367560"/>
            <a:ext cx="727992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Opgave – Errors 2</a:t>
            </a:r>
            <a:endParaRPr lang="en-US" sz="3600" b="1" u="none" strike="noStrike" spc="300">
              <a:solidFill>
                <a:schemeClr val="dk1"/>
              </a:solidFill>
              <a:effectLst/>
              <a:uFillTx/>
              <a:latin typeface="Consolas"/>
            </a:endParaRPr>
          </a:p>
        </p:txBody>
      </p:sp>
      <p:sp>
        <p:nvSpPr>
          <p:cNvPr id="1028" name="PlaceHolder 2"/>
          <p:cNvSpPr>
            <a:spLocks noGrp="1"/>
          </p:cNvSpPr>
          <p:nvPr>
            <p:ph hasCustomPrompt="1"/>
          </p:nvPr>
        </p:nvSpPr>
        <p:spPr>
          <a:xfrm>
            <a:off x="587520" y="1476360"/>
            <a:ext cx="9021960" cy="4357440"/>
          </a:xfrm>
          <a:prstGeom prst="rect">
            <a:avLst/>
          </a:prstGeom>
          <a:noFill/>
          <a:ln w="0">
            <a:noFill/>
          </a:ln>
        </p:spPr>
        <p:txBody>
          <a:bodyPr lIns="0" tIns="45720" rIns="0" bIns="45720" anchor="t">
            <a:normAutofit lnSpcReduction="10000"/>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Ret alle fejl I programmet: </a:t>
            </a:r>
            <a:r>
              <a:rPr lang="en-US" sz="1600" b="0" u="sng" strike="noStrike">
                <a:solidFill>
                  <a:schemeClr val="dk1"/>
                </a:solidFill>
                <a:effectLst/>
                <a:uFillTx/>
                <a:latin typeface="Consolas"/>
                <a:hlinkClick r:id="rId2"/>
              </a:rPr>
              <a:t>AAU_ST1_Programmering_errors2 - C - OneCompiler</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1" u="none" strike="noStrike">
                <a:solidFill>
                  <a:schemeClr val="dk1"/>
                </a:solidFill>
                <a:effectLst/>
                <a:uFillTx/>
                <a:latin typeface="Consolas"/>
              </a:rPr>
              <a:t>Fremgangsmåde</a:t>
            </a:r>
            <a:r>
              <a:rPr lang="da-DK" sz="1600" b="0" u="none" strike="noStrike">
                <a:solidFill>
                  <a:schemeClr val="dk1"/>
                </a:solidFill>
                <a:effectLst/>
                <a:uFillTx/>
                <a:latin typeface="Consolas"/>
              </a:rPr>
              <a:t>: </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Åben linket</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Læs hver fejlkode i stdout (højre side), og forstå hvad de siger. </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Ret hver fejl en efter en, indtil der ikke er flere fejl.</a:t>
            </a:r>
          </a:p>
          <a:p>
            <a:pPr marL="343080" lvl="1" indent="-343080" algn="l" defTabSz="914400">
              <a:lnSpc>
                <a:spcPct val="120000"/>
              </a:lnSpc>
              <a:spcBef>
                <a:spcPts val="1001"/>
              </a:spcBef>
              <a:buSzPct val="100051"/>
              <a:buBlip>
                <a:blip r:embed="rId3"/>
              </a:buBlip>
              <a:tabLst>
                <a:tab pos="0" algn="l"/>
              </a:tabLst>
            </a:pPr>
            <a:r>
              <a:rPr lang="da-DK" sz="1600" b="0" u="none" strike="noStrike">
                <a:solidFill>
                  <a:schemeClr val="dk1"/>
                </a:solidFill>
                <a:effectLst/>
                <a:uFillTx/>
                <a:latin typeface="Consolas"/>
              </a:rPr>
              <a:t>Se på teksten som bliver printet til stdout, skriver den det tal ud, som er defineret? Ret så den gør dette.</a:t>
            </a:r>
          </a:p>
          <a:p>
            <a:pPr marL="863640" lvl="2" indent="-343080" algn="l" defTabSz="914400">
              <a:lnSpc>
                <a:spcPct val="120000"/>
              </a:lnSpc>
              <a:spcBef>
                <a:spcPts val="499"/>
              </a:spcBef>
              <a:buSzPct val="100000"/>
              <a:buBlip>
                <a:blip r:embed="rId4"/>
              </a:buBlip>
              <a:tabLst>
                <a:tab pos="898560" algn="l"/>
              </a:tabLst>
            </a:pPr>
            <a:r>
              <a:rPr lang="da-DK" sz="1200" b="0" u="none" strike="noStrike">
                <a:solidFill>
                  <a:schemeClr val="dk1"/>
                </a:solidFill>
                <a:effectLst/>
                <a:uFillTx/>
                <a:latin typeface="Consolas"/>
              </a:rPr>
              <a:t>Hint: se cs50 manual omkring printf</a:t>
            </a:r>
          </a:p>
          <a:p>
            <a:pPr marL="863640" lvl="2" indent="-343080" algn="l" defTabSz="914400">
              <a:lnSpc>
                <a:spcPct val="120000"/>
              </a:lnSpc>
              <a:spcBef>
                <a:spcPts val="499"/>
              </a:spcBef>
              <a:buSzPct val="100000"/>
              <a:buBlip>
                <a:blip r:embed="rId4"/>
              </a:buBlip>
              <a:tabLst>
                <a:tab pos="898560" algn="l"/>
              </a:tabLst>
            </a:pPr>
            <a:r>
              <a:rPr lang="da-DK" sz="1200" b="0" u="none" strike="noStrike">
                <a:solidFill>
                  <a:schemeClr val="dk1"/>
                </a:solidFill>
                <a:effectLst/>
                <a:uFillTx/>
                <a:latin typeface="Consolas"/>
              </a:rPr>
              <a:t>Hint: hvad betyder %c?</a:t>
            </a:r>
          </a:p>
          <a:p>
            <a:pPr marL="343080" lvl="1" indent="-343080" algn="l" defTabSz="914400">
              <a:lnSpc>
                <a:spcPct val="120000"/>
              </a:lnSpc>
              <a:spcBef>
                <a:spcPts val="1001"/>
              </a:spcBef>
              <a:buSzPct val="100051"/>
              <a:buBlip>
                <a:blip r:embed="rId3"/>
              </a:buBlip>
              <a:tabLst>
                <a:tab pos="898560" algn="l"/>
              </a:tabLst>
            </a:pPr>
            <a:r>
              <a:rPr lang="da-DK" sz="1600" b="0" u="none" strike="noStrike">
                <a:solidFill>
                  <a:schemeClr val="dk1"/>
                </a:solidFill>
                <a:effectLst/>
                <a:uFillTx/>
                <a:latin typeface="Consolas"/>
              </a:rPr>
              <a:t>Kør programmet</a:t>
            </a:r>
          </a:p>
          <a:p>
            <a:pPr marL="343080" lvl="1" indent="-343080" algn="l" defTabSz="914400">
              <a:lnSpc>
                <a:spcPct val="120000"/>
              </a:lnSpc>
              <a:spcBef>
                <a:spcPts val="1001"/>
              </a:spcBef>
              <a:buSzPct val="100051"/>
              <a:buBlip>
                <a:blip r:embed="rId3"/>
              </a:buBlip>
              <a:tabLst>
                <a:tab pos="898560" algn="l"/>
              </a:tabLst>
            </a:pPr>
            <a:r>
              <a:rPr lang="da-DK" sz="1600" b="0" u="none" strike="noStrike">
                <a:solidFill>
                  <a:schemeClr val="dk1"/>
                </a:solidFill>
                <a:effectLst/>
                <a:uFillTx/>
                <a:latin typeface="Consolas"/>
              </a:rPr>
              <a:t>Gem programmet under din profil som ST1_Programmering_errors2</a:t>
            </a:r>
          </a:p>
        </p:txBody>
      </p:sp>
      <p:sp>
        <p:nvSpPr>
          <p:cNvPr id="4" name="PlaceHolder 3"/>
          <p:cNvSpPr>
            <a:spLocks noGrp="1"/>
          </p:cNvSpPr>
          <p:nvPr>
            <p:ph type="sldNum" idx="8"/>
          </p:nvPr>
        </p:nvSpPr>
        <p:spPr/>
        <p:txBody>
          <a:bodyPr/>
          <a:lstStyle/>
          <a:p>
            <a:fld id="{C106C030-F821-4C3A-8D6C-A6C72583CA99}" type="slidenum">
              <a:rPr/>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1029" name="PlaceHolder 1"/>
          <p:cNvSpPr>
            <a:spLocks noGrp="1"/>
          </p:cNvSpPr>
          <p:nvPr>
            <p:ph type="title" hasCustomPrompt="1"/>
          </p:nvPr>
        </p:nvSpPr>
        <p:spPr>
          <a:xfrm>
            <a:off x="587520" y="370440"/>
            <a:ext cx="5148360" cy="147312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Ekstra Materiale</a:t>
            </a:r>
            <a:endParaRPr lang="en-US" sz="3600" b="1" u="none" strike="noStrike" spc="300">
              <a:solidFill>
                <a:schemeClr val="dk1"/>
              </a:solidFill>
              <a:effectLst/>
              <a:uFillTx/>
              <a:latin typeface="Consolas"/>
            </a:endParaRPr>
          </a:p>
        </p:txBody>
      </p:sp>
      <p:sp>
        <p:nvSpPr>
          <p:cNvPr id="1030" name="PlaceHolder 2"/>
          <p:cNvSpPr>
            <a:spLocks noGrp="1"/>
          </p:cNvSpPr>
          <p:nvPr>
            <p:ph hasCustomPrompt="1"/>
          </p:nvPr>
        </p:nvSpPr>
        <p:spPr>
          <a:xfrm>
            <a:off x="587520" y="2065320"/>
            <a:ext cx="10618560" cy="3702960"/>
          </a:xfrm>
          <a:prstGeom prst="rect">
            <a:avLst/>
          </a:prstGeom>
          <a:noFill/>
          <a:ln w="0">
            <a:noFill/>
          </a:ln>
        </p:spPr>
        <p:txBody>
          <a:bodyPr lIns="0" tIns="45720" rIns="0" bIns="45720" anchor="t">
            <a:noAutofit/>
          </a:bodyPr>
          <a:lstStyle/>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 af jer der ønsker lidt flere udfordringer kan tage et kig på nedenstående:</a:t>
            </a:r>
          </a:p>
          <a:p>
            <a:pPr indent="0" algn="l" defTabSz="914400">
              <a:lnSpc>
                <a:spcPct val="120000"/>
              </a:lnSpc>
              <a:spcBef>
                <a:spcPts val="1001"/>
              </a:spcBef>
              <a:buNone/>
              <a:tabLst>
                <a:tab pos="0" algn="l"/>
              </a:tabLst>
            </a:pPr>
            <a:r>
              <a:rPr lang="en-US" sz="1600" b="0" u="sng" strike="noStrike">
                <a:solidFill>
                  <a:srgbClr val="9B95D9"/>
                </a:solidFill>
                <a:effectLst/>
                <a:uFillTx/>
                <a:latin typeface="Arial"/>
                <a:hlinkClick r:id="rId2"/>
              </a:rPr>
              <a:t>Learn C By Examples Tutorial</a:t>
            </a: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Denne side indeholder mange flere og lidt mere komplekse kode-eksempler indenfor en lang række områder.</a:t>
            </a:r>
          </a:p>
          <a:p>
            <a:pPr indent="0" algn="l" defTabSz="914400">
              <a:lnSpc>
                <a:spcPct val="120000"/>
              </a:lnSpc>
              <a:spcBef>
                <a:spcPts val="1001"/>
              </a:spcBef>
              <a:buNone/>
              <a:tabLst>
                <a:tab pos="0" algn="l"/>
              </a:tabLst>
            </a:pPr>
            <a:endParaRPr lang="da-DK" sz="1600" b="0" u="none" strike="noStrike">
              <a:solidFill>
                <a:schemeClr val="dk1"/>
              </a:solidFill>
              <a:effectLst/>
              <a:uFillTx/>
              <a:latin typeface="Consolas"/>
            </a:endParaRPr>
          </a:p>
          <a:p>
            <a:pPr indent="0" algn="l" defTabSz="914400">
              <a:lnSpc>
                <a:spcPct val="120000"/>
              </a:lnSpc>
              <a:spcBef>
                <a:spcPts val="1001"/>
              </a:spcBef>
              <a:buNone/>
              <a:tabLst>
                <a:tab pos="0" algn="l"/>
              </a:tabLst>
            </a:pPr>
            <a:r>
              <a:rPr lang="da-DK" sz="1600" b="0" u="none" strike="noStrike">
                <a:solidFill>
                  <a:schemeClr val="dk1"/>
                </a:solidFill>
                <a:effectLst/>
                <a:uFillTx/>
                <a:latin typeface="Consolas"/>
              </a:rPr>
              <a:t>Et andet link indeholder 1024 kode-eksempler:</a:t>
            </a:r>
          </a:p>
          <a:p>
            <a:pPr indent="0" algn="l" defTabSz="914400">
              <a:lnSpc>
                <a:spcPct val="120000"/>
              </a:lnSpc>
              <a:spcBef>
                <a:spcPts val="1001"/>
              </a:spcBef>
              <a:buNone/>
              <a:tabLst>
                <a:tab pos="0" algn="l"/>
              </a:tabLst>
            </a:pPr>
            <a:r>
              <a:rPr lang="da-DK" sz="1600" b="0" u="sng" strike="noStrike">
                <a:solidFill>
                  <a:schemeClr val="dk1"/>
                </a:solidFill>
                <a:effectLst/>
                <a:uFillTx/>
                <a:latin typeface="Consolas"/>
                <a:hlinkClick r:id="rId3"/>
              </a:rPr>
              <a:t>https://www.tutorialspoint.com/c_programming_examples/</a:t>
            </a:r>
            <a:endParaRPr lang="da-DK" sz="1600" b="0" u="none" strike="noStrike">
              <a:solidFill>
                <a:schemeClr val="dk1"/>
              </a:solidFill>
              <a:effectLst/>
              <a:uFillTx/>
              <a:latin typeface="Consolas"/>
            </a:endParaRPr>
          </a:p>
        </p:txBody>
      </p:sp>
      <p:sp>
        <p:nvSpPr>
          <p:cNvPr id="4" name="PlaceHolder 3"/>
          <p:cNvSpPr>
            <a:spLocks noGrp="1"/>
          </p:cNvSpPr>
          <p:nvPr>
            <p:ph type="sldNum" idx="6"/>
          </p:nvPr>
        </p:nvSpPr>
        <p:spPr/>
        <p:txBody>
          <a:bodyPr/>
          <a:lstStyle/>
          <a:p>
            <a:fld id="{02A975A7-7A4B-48BC-99DD-327691E4553B}" type="slidenum">
              <a:rPr/>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1" name="PlaceHolder 1"/>
          <p:cNvSpPr>
            <a:spLocks noGrp="1"/>
          </p:cNvSpPr>
          <p:nvPr>
            <p:ph type="title" hasCustomPrompt="1"/>
          </p:nvPr>
        </p:nvSpPr>
        <p:spPr>
          <a:xfrm>
            <a:off x="587520" y="370440"/>
            <a:ext cx="5148360" cy="147312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Next up</a:t>
            </a:r>
            <a:endParaRPr lang="en-US" sz="3600" b="1" u="none" strike="noStrike" spc="300">
              <a:solidFill>
                <a:schemeClr val="dk1"/>
              </a:solidFill>
              <a:effectLst/>
              <a:uFillTx/>
              <a:latin typeface="Consolas"/>
            </a:endParaRPr>
          </a:p>
        </p:txBody>
      </p:sp>
      <p:sp>
        <p:nvSpPr>
          <p:cNvPr id="1032" name="PlaceHolder 2"/>
          <p:cNvSpPr>
            <a:spLocks noGrp="1"/>
          </p:cNvSpPr>
          <p:nvPr>
            <p:ph hasCustomPrompt="1"/>
          </p:nvPr>
        </p:nvSpPr>
        <p:spPr>
          <a:xfrm>
            <a:off x="587520" y="2065320"/>
            <a:ext cx="10618560" cy="3702960"/>
          </a:xfrm>
          <a:prstGeom prst="rect">
            <a:avLst/>
          </a:prstGeom>
          <a:noFill/>
          <a:ln w="0">
            <a:noFill/>
          </a:ln>
        </p:spPr>
        <p:txBody>
          <a:bodyPr lIns="0" tIns="45720" rIns="0" bIns="45720" anchor="t">
            <a:noAutofit/>
          </a:bodyPr>
          <a:lstStyle/>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Opgaver:</a:t>
            </a: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De opgaver i ikke er blevet færdige med</a:t>
            </a:r>
          </a:p>
          <a:p>
            <a:pPr marL="285840" indent="-285840" algn="l" defTabSz="914400">
              <a:lnSpc>
                <a:spcPct val="120000"/>
              </a:lnSpc>
              <a:spcBef>
                <a:spcPts val="1001"/>
              </a:spcBef>
              <a:buSzPct val="100051"/>
              <a:buBlip>
                <a:blip r:embed="rId2"/>
              </a:buBlip>
            </a:pPr>
            <a:r>
              <a:rPr lang="da-DK" sz="1600" b="0" u="none" strike="noStrike">
                <a:solidFill>
                  <a:schemeClr val="dk1"/>
                </a:solidFill>
                <a:effectLst/>
                <a:uFillTx/>
                <a:latin typeface="Consolas"/>
              </a:rPr>
              <a:t>Næste gang</a:t>
            </a: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Gennemgang af den opgave i helst vil have gennemgået</a:t>
            </a:r>
          </a:p>
          <a:p>
            <a:pPr marL="623880" lvl="1" indent="-285840" algn="l" defTabSz="914400">
              <a:lnSpc>
                <a:spcPct val="120000"/>
              </a:lnSpc>
              <a:spcBef>
                <a:spcPts val="499"/>
              </a:spcBef>
              <a:buSzPct val="100058"/>
              <a:buBlip>
                <a:blip r:embed="rId2"/>
              </a:buBlip>
            </a:pPr>
            <a:r>
              <a:rPr lang="da-DK" sz="1400" b="0" u="none" strike="noStrike">
                <a:solidFill>
                  <a:schemeClr val="dk1"/>
                </a:solidFill>
                <a:effectLst/>
                <a:uFillTx/>
                <a:latin typeface="Consolas"/>
              </a:rPr>
              <a:t>Setup af compiler på jeres computer</a:t>
            </a:r>
          </a:p>
          <a:p>
            <a:pPr marL="806400" lvl="2" indent="-171360" algn="l" defTabSz="914400">
              <a:lnSpc>
                <a:spcPct val="120000"/>
              </a:lnSpc>
              <a:spcBef>
                <a:spcPts val="499"/>
              </a:spcBef>
              <a:buSzPct val="100000"/>
              <a:buBlip>
                <a:blip r:embed="rId3"/>
              </a:buBlip>
              <a:tabLst>
                <a:tab pos="898560" algn="l"/>
              </a:tabLst>
            </a:pPr>
            <a:r>
              <a:rPr lang="da-DK" sz="1200" b="0" u="none" strike="noStrike">
                <a:solidFill>
                  <a:schemeClr val="dk1"/>
                </a:solidFill>
                <a:effectLst/>
                <a:uFillTx/>
                <a:latin typeface="Consolas"/>
              </a:rPr>
              <a:t>Hav jeres Computere opdateret inden fremmøde!</a:t>
            </a:r>
          </a:p>
          <a:p>
            <a:pPr marL="806400" lvl="2" indent="-171360" algn="l" defTabSz="914400">
              <a:lnSpc>
                <a:spcPct val="120000"/>
              </a:lnSpc>
              <a:spcBef>
                <a:spcPts val="499"/>
              </a:spcBef>
              <a:buSzPct val="100000"/>
              <a:buBlip>
                <a:blip r:embed="rId3"/>
              </a:buBlip>
              <a:tabLst>
                <a:tab pos="898560" algn="l"/>
              </a:tabLst>
            </a:pPr>
            <a:r>
              <a:rPr lang="da-DK" sz="1200" b="0" u="none" strike="noStrike">
                <a:solidFill>
                  <a:schemeClr val="dk1"/>
                </a:solidFill>
                <a:effectLst/>
                <a:uFillTx/>
                <a:latin typeface="Consolas"/>
              </a:rPr>
              <a:t>Windows 10/11 installation de første 2 timer</a:t>
            </a:r>
          </a:p>
          <a:p>
            <a:pPr marL="806400" lvl="2" indent="-171360" algn="l" defTabSz="914400">
              <a:lnSpc>
                <a:spcPct val="120000"/>
              </a:lnSpc>
              <a:spcBef>
                <a:spcPts val="499"/>
              </a:spcBef>
              <a:buSzPct val="100000"/>
              <a:buBlip>
                <a:blip r:embed="rId3"/>
              </a:buBlip>
              <a:tabLst>
                <a:tab pos="898560" algn="l"/>
              </a:tabLst>
            </a:pPr>
            <a:r>
              <a:rPr lang="da-DK" sz="1200" b="0" u="none" strike="noStrike">
                <a:solidFill>
                  <a:schemeClr val="dk1"/>
                </a:solidFill>
                <a:effectLst/>
                <a:uFillTx/>
                <a:latin typeface="Consolas"/>
              </a:rPr>
              <a:t>MacOS installation de sidste 2 timer</a:t>
            </a:r>
          </a:p>
          <a:p>
            <a:pPr indent="0" algn="l" defTabSz="914400">
              <a:lnSpc>
                <a:spcPct val="120000"/>
              </a:lnSpc>
              <a:spcBef>
                <a:spcPts val="499"/>
              </a:spcBef>
              <a:buNone/>
              <a:tabLst>
                <a:tab pos="0" algn="l"/>
              </a:tabLst>
            </a:pPr>
            <a:endParaRPr lang="da-DK" sz="12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da-DK" sz="1400" b="0" u="none" strike="noStrike">
              <a:solidFill>
                <a:schemeClr val="dk1"/>
              </a:solidFill>
              <a:effectLst/>
              <a:uFillTx/>
              <a:latin typeface="Consolas"/>
            </a:endParaRPr>
          </a:p>
          <a:p>
            <a:pPr indent="0" algn="l" defTabSz="914400">
              <a:lnSpc>
                <a:spcPct val="120000"/>
              </a:lnSpc>
              <a:spcBef>
                <a:spcPts val="499"/>
              </a:spcBef>
              <a:buNone/>
              <a:tabLst>
                <a:tab pos="0" algn="l"/>
              </a:tabLst>
            </a:pPr>
            <a:endParaRPr lang="da-DK" sz="1400" b="0" u="none" strike="noStrike">
              <a:solidFill>
                <a:schemeClr val="dk1"/>
              </a:solidFill>
              <a:effectLst/>
              <a:uFillTx/>
              <a:latin typeface="Consolas"/>
            </a:endParaRPr>
          </a:p>
        </p:txBody>
      </p:sp>
      <p:sp>
        <p:nvSpPr>
          <p:cNvPr id="4" name="PlaceHolder 3"/>
          <p:cNvSpPr>
            <a:spLocks noGrp="1"/>
          </p:cNvSpPr>
          <p:nvPr>
            <p:ph type="sldNum" idx="6"/>
          </p:nvPr>
        </p:nvSpPr>
        <p:spPr/>
        <p:txBody>
          <a:bodyPr/>
          <a:lstStyle/>
          <a:p>
            <a:fld id="{053338AC-482C-4CF5-9272-50CB42668505}" type="slidenum">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3" name="PlaceHolder 1"/>
          <p:cNvSpPr>
            <a:spLocks noGrp="1"/>
          </p:cNvSpPr>
          <p:nvPr>
            <p:ph type="title" hasCustomPrompt="1"/>
          </p:nvPr>
        </p:nvSpPr>
        <p:spPr>
          <a:xfrm>
            <a:off x="587520" y="370440"/>
            <a:ext cx="9744840" cy="147312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Question – sharing is caring</a:t>
            </a:r>
            <a:endParaRPr lang="en-US" sz="3600" b="1" u="none" strike="noStrike" spc="300">
              <a:solidFill>
                <a:schemeClr val="dk1"/>
              </a:solidFill>
              <a:effectLst/>
              <a:uFillTx/>
              <a:latin typeface="Consolas"/>
            </a:endParaRPr>
          </a:p>
        </p:txBody>
      </p:sp>
      <p:sp>
        <p:nvSpPr>
          <p:cNvPr id="1034" name="PlaceHolder 2"/>
          <p:cNvSpPr>
            <a:spLocks noGrp="1"/>
          </p:cNvSpPr>
          <p:nvPr>
            <p:ph hasCustomPrompt="1"/>
          </p:nvPr>
        </p:nvSpPr>
        <p:spPr>
          <a:xfrm>
            <a:off x="587520" y="2065320"/>
            <a:ext cx="10618560" cy="3702960"/>
          </a:xfrm>
          <a:prstGeom prst="rect">
            <a:avLst/>
          </a:prstGeom>
          <a:noFill/>
          <a:ln w="0">
            <a:noFill/>
          </a:ln>
        </p:spPr>
        <p:txBody>
          <a:bodyPr lIns="0" tIns="45720" rIns="0" bIns="45720" anchor="t">
            <a:noAutofit/>
          </a:bodyPr>
          <a:lstStyle/>
          <a:p>
            <a:pPr indent="0" algn="l" defTabSz="914400">
              <a:lnSpc>
                <a:spcPct val="120000"/>
              </a:lnSpc>
              <a:spcBef>
                <a:spcPts val="1001"/>
              </a:spcBef>
              <a:buNone/>
            </a:pPr>
            <a:endParaRPr lang="da-DK" sz="1600" b="0" u="none" strike="noStrike">
              <a:solidFill>
                <a:schemeClr val="dk1"/>
              </a:solidFill>
              <a:effectLst/>
              <a:uFillTx/>
              <a:latin typeface="Consolas"/>
            </a:endParaRPr>
          </a:p>
        </p:txBody>
      </p:sp>
      <p:pic>
        <p:nvPicPr>
          <p:cNvPr id="1035" name="Picture 12"/>
          <p:cNvPicPr/>
          <p:nvPr/>
        </p:nvPicPr>
        <p:blipFill>
          <a:blip r:embed="rId2"/>
          <a:stretch/>
        </p:blipFill>
        <p:spPr>
          <a:xfrm>
            <a:off x="1245240" y="1278360"/>
            <a:ext cx="8243280" cy="5207760"/>
          </a:xfrm>
          <a:prstGeom prst="rect">
            <a:avLst/>
          </a:prstGeom>
          <a:noFill/>
          <a:ln w="0">
            <a:noFill/>
          </a:ln>
        </p:spPr>
      </p:pic>
      <p:sp>
        <p:nvSpPr>
          <p:cNvPr id="4" name="PlaceHolder 3"/>
          <p:cNvSpPr>
            <a:spLocks noGrp="1"/>
          </p:cNvSpPr>
          <p:nvPr>
            <p:ph type="sldNum" idx="6"/>
          </p:nvPr>
        </p:nvSpPr>
        <p:spPr/>
        <p:txBody>
          <a:bodyPr/>
          <a:lstStyle/>
          <a:p>
            <a:fld id="{5C294FF9-2488-49E8-BA99-181B7DEA04C2}" type="slidenum">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6" name="PlaceHolder 1"/>
          <p:cNvSpPr>
            <a:spLocks noGrp="1"/>
          </p:cNvSpPr>
          <p:nvPr>
            <p:ph type="title" hasCustomPrompt="1"/>
          </p:nvPr>
        </p:nvSpPr>
        <p:spPr>
          <a:xfrm>
            <a:off x="587520" y="367560"/>
            <a:ext cx="853128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Special Characters</a:t>
            </a:r>
            <a:endParaRPr lang="en-US" sz="3600" b="1" u="none" strike="noStrike" spc="300">
              <a:solidFill>
                <a:schemeClr val="dk1"/>
              </a:solidFill>
              <a:effectLst/>
              <a:uFillTx/>
              <a:latin typeface="Consolas"/>
            </a:endParaRPr>
          </a:p>
        </p:txBody>
      </p:sp>
      <p:sp>
        <p:nvSpPr>
          <p:cNvPr id="1037" name="PlaceHolder 2"/>
          <p:cNvSpPr>
            <a:spLocks noGrp="1"/>
          </p:cNvSpPr>
          <p:nvPr>
            <p:ph hasCustomPrompt="1"/>
          </p:nvPr>
        </p:nvSpPr>
        <p:spPr>
          <a:xfrm>
            <a:off x="587520" y="2262600"/>
            <a:ext cx="4885560" cy="3571200"/>
          </a:xfrm>
          <a:prstGeom prst="rect">
            <a:avLst/>
          </a:prstGeom>
          <a:noFill/>
          <a:ln w="0">
            <a:noFill/>
          </a:ln>
        </p:spPr>
        <p:txBody>
          <a:bodyPr lIns="0" tIns="45720" rIns="0" bIns="45720" anchor="t">
            <a:noAutofit/>
          </a:bodyPr>
          <a:lstStyle/>
          <a:p>
            <a:pPr indent="0" algn="l" defTabSz="914400">
              <a:buNone/>
              <a:tabLst>
                <a:tab pos="0" algn="l"/>
              </a:tabLst>
            </a:pPr>
            <a:endParaRPr lang="da-DK" sz="1600" b="0" u="none" strike="noStrike">
              <a:solidFill>
                <a:schemeClr val="dk1"/>
              </a:solidFill>
              <a:effectLst/>
              <a:uFillTx/>
              <a:latin typeface="Consolas"/>
            </a:endParaRPr>
          </a:p>
        </p:txBody>
      </p:sp>
      <p:sp>
        <p:nvSpPr>
          <p:cNvPr id="1038" name="TextBox 3"/>
          <p:cNvSpPr/>
          <p:nvPr/>
        </p:nvSpPr>
        <p:spPr>
          <a:xfrm>
            <a:off x="732960" y="3433320"/>
            <a:ext cx="4594680" cy="1752840"/>
          </a:xfrm>
          <a:prstGeom prst="rect">
            <a:avLst/>
          </a:prstGeom>
          <a:solidFill>
            <a:schemeClr val="bg1">
              <a:lumMod val="85000"/>
            </a:schemeClr>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800" b="0" u="none" strike="noStrike">
                <a:solidFill>
                  <a:srgbClr val="859900"/>
                </a:solidFill>
                <a:effectLst/>
                <a:uFillTx/>
                <a:latin typeface="Consolas"/>
              </a:rPr>
              <a:t>#include</a:t>
            </a:r>
            <a:r>
              <a:rPr lang="en-US" sz="1800" b="0" u="none" strike="noStrike">
                <a:solidFill>
                  <a:srgbClr val="B58900"/>
                </a:solidFill>
                <a:effectLst/>
                <a:uFillTx/>
                <a:latin typeface="Consolas"/>
              </a:rPr>
              <a:t> </a:t>
            </a:r>
            <a:r>
              <a:rPr lang="en-US" sz="1800" b="0" u="none" strike="noStrike">
                <a:solidFill>
                  <a:srgbClr val="2AA198"/>
                </a:solidFill>
                <a:effectLst/>
                <a:uFillTx/>
                <a:latin typeface="Consolas"/>
              </a:rPr>
              <a:t>&lt;stdio.h&gt;</a:t>
            </a:r>
            <a:endParaRPr lang="en-US" sz="1800" b="0" u="none" strike="noStrike">
              <a:solidFill>
                <a:srgbClr val="000000"/>
              </a:solidFill>
              <a:effectLst/>
              <a:uFillTx/>
              <a:latin typeface="Arial"/>
            </a:endParaRPr>
          </a:p>
          <a:p>
            <a:pPr defTabSz="914400">
              <a:lnSpc>
                <a:spcPct val="100000"/>
              </a:lnSpc>
            </a:pPr>
            <a:r>
              <a:rPr lang="en-US" sz="1800" b="1" u="none" strike="noStrike">
                <a:solidFill>
                  <a:srgbClr val="586E75"/>
                </a:solidFill>
                <a:effectLst/>
                <a:uFillTx/>
                <a:latin typeface="Consolas"/>
              </a:rPr>
              <a:t>int</a:t>
            </a: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main</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268BD2"/>
                </a:solidFill>
                <a:effectLst/>
                <a:uFillTx/>
                <a:latin typeface="Consolas"/>
              </a:rPr>
              <a:t>printf</a:t>
            </a:r>
            <a:r>
              <a:rPr lang="en-US" sz="1800" b="0" u="none" strike="noStrike">
                <a:solidFill>
                  <a:srgbClr val="657B83"/>
                </a:solidFill>
                <a:effectLst/>
                <a:uFillTx/>
                <a:latin typeface="Consolas"/>
              </a:rPr>
              <a:t>(</a:t>
            </a:r>
            <a:r>
              <a:rPr lang="en-US" sz="1800" b="0" u="none" strike="noStrike">
                <a:solidFill>
                  <a:srgbClr val="2AA198"/>
                </a:solidFill>
                <a:effectLst/>
                <a:uFillTx/>
                <a:latin typeface="Consolas"/>
              </a:rPr>
              <a:t>"Hello, World.</a:t>
            </a:r>
            <a:r>
              <a:rPr lang="en-US" sz="1800" b="0" u="none" strike="noStrike">
                <a:solidFill>
                  <a:srgbClr val="CB4B16"/>
                </a:solidFill>
                <a:effectLst/>
                <a:uFillTx/>
                <a:latin typeface="Consolas"/>
              </a:rPr>
              <a:t>\n</a:t>
            </a:r>
            <a:r>
              <a:rPr lang="en-US" sz="1800" b="0" u="none" strike="noStrike">
                <a:solidFill>
                  <a:srgbClr val="2AA198"/>
                </a:solidFill>
                <a:effectLst/>
                <a:uFillTx/>
                <a:latin typeface="Consolas"/>
              </a:rPr>
              <a:t>"</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    </a:t>
            </a:r>
            <a:r>
              <a:rPr lang="en-US" sz="1800" b="0" u="none" strike="noStrike">
                <a:solidFill>
                  <a:srgbClr val="859900"/>
                </a:solidFill>
                <a:effectLst/>
                <a:uFillTx/>
                <a:latin typeface="Consolas"/>
              </a:rPr>
              <a:t>return</a:t>
            </a:r>
            <a:r>
              <a:rPr lang="en-US" sz="1800" b="0" u="none" strike="noStrike">
                <a:solidFill>
                  <a:srgbClr val="657B83"/>
                </a:solidFill>
                <a:effectLst/>
                <a:uFillTx/>
                <a:latin typeface="Consolas"/>
              </a:rPr>
              <a:t> </a:t>
            </a:r>
            <a:r>
              <a:rPr lang="en-US" sz="1800" b="0" u="none" strike="noStrike">
                <a:solidFill>
                  <a:srgbClr val="D33682"/>
                </a:solidFill>
                <a:effectLst/>
                <a:uFillTx/>
                <a:latin typeface="Consolas"/>
              </a:rPr>
              <a:t>0</a:t>
            </a: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rgbClr val="657B83"/>
                </a:solidFill>
                <a:effectLst/>
                <a:uFillTx/>
                <a:latin typeface="Consolas"/>
              </a:rPr>
              <a:t>}</a:t>
            </a:r>
            <a:endParaRPr lang="en-US" sz="1800" b="0" u="none" strike="noStrike">
              <a:solidFill>
                <a:srgbClr val="000000"/>
              </a:solidFill>
              <a:effectLst/>
              <a:uFillTx/>
              <a:latin typeface="Arial"/>
            </a:endParaRPr>
          </a:p>
        </p:txBody>
      </p:sp>
      <p:pic>
        <p:nvPicPr>
          <p:cNvPr id="1039" name="Billede 6"/>
          <p:cNvPicPr/>
          <p:nvPr/>
        </p:nvPicPr>
        <p:blipFill>
          <a:blip r:embed="rId2"/>
          <a:stretch/>
        </p:blipFill>
        <p:spPr>
          <a:xfrm>
            <a:off x="6299280" y="1263240"/>
            <a:ext cx="5063400" cy="4682520"/>
          </a:xfrm>
          <a:prstGeom prst="rect">
            <a:avLst/>
          </a:prstGeom>
          <a:noFill/>
          <a:ln w="0">
            <a:noFill/>
          </a:ln>
        </p:spPr>
      </p:pic>
      <p:sp>
        <p:nvSpPr>
          <p:cNvPr id="4" name="PlaceHolder 3"/>
          <p:cNvSpPr>
            <a:spLocks noGrp="1"/>
          </p:cNvSpPr>
          <p:nvPr>
            <p:ph type="sldNum" idx="8"/>
          </p:nvPr>
        </p:nvSpPr>
        <p:spPr/>
        <p:txBody>
          <a:bodyPr/>
          <a:lstStyle/>
          <a:p>
            <a:fld id="{73062E66-0D66-49C1-910A-9421ABC564CE}" type="slidenum">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0" name="PlaceHolder 1"/>
          <p:cNvSpPr>
            <a:spLocks noGrp="1"/>
          </p:cNvSpPr>
          <p:nvPr>
            <p:ph type="title" hasCustomPrompt="1"/>
          </p:nvPr>
        </p:nvSpPr>
        <p:spPr>
          <a:xfrm>
            <a:off x="587520" y="367560"/>
            <a:ext cx="843084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Question: Helloworld comments</a:t>
            </a:r>
            <a:endParaRPr lang="en-US" sz="3600" b="1" u="none" strike="noStrike" spc="300">
              <a:solidFill>
                <a:schemeClr val="dk1"/>
              </a:solidFill>
              <a:effectLst/>
              <a:uFillTx/>
              <a:latin typeface="Consolas"/>
            </a:endParaRPr>
          </a:p>
        </p:txBody>
      </p:sp>
      <p:pic>
        <p:nvPicPr>
          <p:cNvPr id="1041" name="Chart Placeholder 2"/>
          <p:cNvPicPr/>
          <p:nvPr/>
        </p:nvPicPr>
        <p:blipFill>
          <a:blip r:embed="rId2"/>
          <a:stretch/>
        </p:blipFill>
        <p:spPr>
          <a:xfrm>
            <a:off x="6095880" y="2262600"/>
            <a:ext cx="5523120" cy="3571200"/>
          </a:xfrm>
          <a:prstGeom prst="rect">
            <a:avLst/>
          </a:prstGeom>
          <a:noFill/>
          <a:ln w="0">
            <a:noFill/>
          </a:ln>
        </p:spPr>
      </p:pic>
      <p:sp>
        <p:nvSpPr>
          <p:cNvPr id="1042" name="PlaceHolder 2"/>
          <p:cNvSpPr>
            <a:spLocks noGrp="1"/>
          </p:cNvSpPr>
          <p:nvPr>
            <p:ph hasCustomPrompt="1"/>
          </p:nvPr>
        </p:nvSpPr>
        <p:spPr>
          <a:xfrm>
            <a:off x="587520" y="2262600"/>
            <a:ext cx="4885560" cy="3571200"/>
          </a:xfrm>
          <a:prstGeom prst="rect">
            <a:avLst/>
          </a:prstGeom>
          <a:noFill/>
          <a:ln w="0">
            <a:noFill/>
          </a:ln>
        </p:spPr>
        <p:txBody>
          <a:bodyPr lIns="0" tIns="45720" rIns="0" bIns="45720" anchor="t">
            <a:noAutofit/>
          </a:bodyPr>
          <a:lstStyle/>
          <a:p>
            <a:pPr indent="0" algn="l" defTabSz="914400">
              <a:buNone/>
              <a:tabLst>
                <a:tab pos="0" algn="l"/>
              </a:tabLst>
            </a:pPr>
            <a:endParaRPr lang="da-DK" sz="1600" b="0" u="none" strike="noStrike">
              <a:solidFill>
                <a:schemeClr val="dk1"/>
              </a:solidFill>
              <a:effectLst/>
              <a:uFillTx/>
              <a:latin typeface="Consolas"/>
            </a:endParaRPr>
          </a:p>
        </p:txBody>
      </p:sp>
      <p:pic>
        <p:nvPicPr>
          <p:cNvPr id="1043" name="Picture 6"/>
          <p:cNvPicPr/>
          <p:nvPr/>
        </p:nvPicPr>
        <p:blipFill>
          <a:blip r:embed="rId3"/>
          <a:stretch/>
        </p:blipFill>
        <p:spPr>
          <a:xfrm>
            <a:off x="613440" y="2056680"/>
            <a:ext cx="8724240" cy="3690360"/>
          </a:xfrm>
          <a:prstGeom prst="rect">
            <a:avLst/>
          </a:prstGeom>
          <a:noFill/>
          <a:ln w="0">
            <a:noFill/>
          </a:ln>
        </p:spPr>
      </p:pic>
      <p:sp>
        <p:nvSpPr>
          <p:cNvPr id="4" name="PlaceHolder 3"/>
          <p:cNvSpPr>
            <a:spLocks noGrp="1"/>
          </p:cNvSpPr>
          <p:nvPr>
            <p:ph type="sldNum" idx="8"/>
          </p:nvPr>
        </p:nvSpPr>
        <p:spPr/>
        <p:txBody>
          <a:bodyPr/>
          <a:lstStyle/>
          <a:p>
            <a:fld id="{4745A5B5-CAEE-41A0-AB9A-75FC28051944}" type="slidenum">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4" name="PlaceHolder 1"/>
          <p:cNvSpPr>
            <a:spLocks noGrp="1"/>
          </p:cNvSpPr>
          <p:nvPr>
            <p:ph type="title" hasCustomPrompt="1"/>
          </p:nvPr>
        </p:nvSpPr>
        <p:spPr>
          <a:xfrm>
            <a:off x="587520" y="367560"/>
            <a:ext cx="814680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da-DK" sz="3600" b="1" u="none" strike="noStrike" spc="300">
                <a:solidFill>
                  <a:schemeClr val="dk1"/>
                </a:solidFill>
                <a:effectLst/>
                <a:uFillTx/>
                <a:latin typeface="Consolas"/>
              </a:rPr>
              <a:t>Question: Comments</a:t>
            </a:r>
            <a:endParaRPr lang="en-US" sz="3600" b="1" u="none" strike="noStrike" spc="300">
              <a:solidFill>
                <a:schemeClr val="dk1"/>
              </a:solidFill>
              <a:effectLst/>
              <a:uFillTx/>
              <a:latin typeface="Consolas"/>
            </a:endParaRPr>
          </a:p>
        </p:txBody>
      </p:sp>
      <p:pic>
        <p:nvPicPr>
          <p:cNvPr id="1045" name="Chart Placeholder 2"/>
          <p:cNvPicPr/>
          <p:nvPr/>
        </p:nvPicPr>
        <p:blipFill>
          <a:blip r:embed="rId2"/>
          <a:stretch/>
        </p:blipFill>
        <p:spPr>
          <a:xfrm>
            <a:off x="6095880" y="2262600"/>
            <a:ext cx="5523120" cy="3571200"/>
          </a:xfrm>
          <a:prstGeom prst="rect">
            <a:avLst/>
          </a:prstGeom>
          <a:noFill/>
          <a:ln w="0">
            <a:noFill/>
          </a:ln>
        </p:spPr>
      </p:pic>
      <p:sp>
        <p:nvSpPr>
          <p:cNvPr id="1046" name="PlaceHolder 2"/>
          <p:cNvSpPr>
            <a:spLocks noGrp="1"/>
          </p:cNvSpPr>
          <p:nvPr>
            <p:ph hasCustomPrompt="1"/>
          </p:nvPr>
        </p:nvSpPr>
        <p:spPr>
          <a:xfrm>
            <a:off x="587520" y="2262600"/>
            <a:ext cx="4885560" cy="3571200"/>
          </a:xfrm>
          <a:prstGeom prst="rect">
            <a:avLst/>
          </a:prstGeom>
          <a:noFill/>
          <a:ln w="0">
            <a:noFill/>
          </a:ln>
        </p:spPr>
        <p:txBody>
          <a:bodyPr lIns="0" tIns="45720" rIns="0" bIns="45720" anchor="t">
            <a:noAutofit/>
          </a:bodyPr>
          <a:lstStyle/>
          <a:p>
            <a:pPr indent="0" algn="l" defTabSz="914400">
              <a:buNone/>
              <a:tabLst>
                <a:tab pos="0" algn="l"/>
              </a:tabLst>
            </a:pPr>
            <a:endParaRPr lang="da-DK" sz="1600" b="0" u="none" strike="noStrike">
              <a:solidFill>
                <a:schemeClr val="dk1"/>
              </a:solidFill>
              <a:effectLst/>
              <a:uFillTx/>
              <a:latin typeface="Consolas"/>
            </a:endParaRPr>
          </a:p>
        </p:txBody>
      </p:sp>
      <p:pic>
        <p:nvPicPr>
          <p:cNvPr id="1047" name="Picture 6"/>
          <p:cNvPicPr/>
          <p:nvPr/>
        </p:nvPicPr>
        <p:blipFill>
          <a:blip r:embed="rId3"/>
          <a:stretch/>
        </p:blipFill>
        <p:spPr>
          <a:xfrm>
            <a:off x="661320" y="1118880"/>
            <a:ext cx="10868040" cy="4618800"/>
          </a:xfrm>
          <a:prstGeom prst="rect">
            <a:avLst/>
          </a:prstGeom>
          <a:noFill/>
          <a:ln w="0">
            <a:noFill/>
          </a:ln>
        </p:spPr>
      </p:pic>
      <p:sp>
        <p:nvSpPr>
          <p:cNvPr id="4" name="PlaceHolder 3"/>
          <p:cNvSpPr>
            <a:spLocks noGrp="1"/>
          </p:cNvSpPr>
          <p:nvPr>
            <p:ph type="sldNum" idx="8"/>
          </p:nvPr>
        </p:nvSpPr>
        <p:spPr/>
        <p:txBody>
          <a:bodyPr/>
          <a:lstStyle/>
          <a:p>
            <a:fld id="{0D0A86EF-F785-4040-9DFC-C46F339F1DE6}" type="slidenum">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48" name="PlaceHolder 1"/>
          <p:cNvSpPr>
            <a:spLocks noGrp="1"/>
          </p:cNvSpPr>
          <p:nvPr>
            <p:ph type="title" hasCustomPrompt="1"/>
          </p:nvPr>
        </p:nvSpPr>
        <p:spPr>
          <a:xfrm>
            <a:off x="587520" y="367560"/>
            <a:ext cx="11209680" cy="162000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DK" sz="3600" b="1" u="none" strike="noStrike" spc="300">
                <a:solidFill>
                  <a:schemeClr val="dk1"/>
                </a:solidFill>
                <a:effectLst/>
                <a:uFillTx/>
                <a:latin typeface="Consolas"/>
              </a:rPr>
              <a:t>Question: Hello World</a:t>
            </a:r>
            <a:endParaRPr lang="en-US" sz="3600" b="1" u="none" strike="noStrike" spc="300">
              <a:solidFill>
                <a:schemeClr val="dk1"/>
              </a:solidFill>
              <a:effectLst/>
              <a:uFillTx/>
              <a:latin typeface="Consolas"/>
            </a:endParaRPr>
          </a:p>
        </p:txBody>
      </p:sp>
      <p:sp>
        <p:nvSpPr>
          <p:cNvPr id="1049" name="PlaceHolder 2"/>
          <p:cNvSpPr>
            <a:spLocks noGrp="1"/>
          </p:cNvSpPr>
          <p:nvPr>
            <p:ph hasCustomPrompt="1"/>
          </p:nvPr>
        </p:nvSpPr>
        <p:spPr>
          <a:xfrm>
            <a:off x="587520" y="2262600"/>
            <a:ext cx="4885560" cy="3571200"/>
          </a:xfrm>
          <a:prstGeom prst="rect">
            <a:avLst/>
          </a:prstGeom>
          <a:noFill/>
          <a:ln w="0">
            <a:noFill/>
          </a:ln>
        </p:spPr>
        <p:txBody>
          <a:bodyPr lIns="0" tIns="45720" rIns="0" bIns="45720" anchor="t">
            <a:noAutofit/>
          </a:bodyPr>
          <a:lstStyle/>
          <a:p>
            <a:pPr indent="0" algn="l" defTabSz="914400">
              <a:buNone/>
              <a:tabLst>
                <a:tab pos="0" algn="l"/>
              </a:tabLst>
            </a:pPr>
            <a:endParaRPr lang="da-DK" sz="1600" b="0" u="none" strike="noStrike">
              <a:solidFill>
                <a:schemeClr val="dk1"/>
              </a:solidFill>
              <a:effectLst/>
              <a:uFillTx/>
              <a:latin typeface="Consolas"/>
            </a:endParaRPr>
          </a:p>
        </p:txBody>
      </p:sp>
      <p:pic>
        <p:nvPicPr>
          <p:cNvPr id="1050" name="Picture 16"/>
          <p:cNvPicPr/>
          <p:nvPr/>
        </p:nvPicPr>
        <p:blipFill>
          <a:blip r:embed="rId2"/>
          <a:stretch/>
        </p:blipFill>
        <p:spPr>
          <a:xfrm>
            <a:off x="1204200" y="1787400"/>
            <a:ext cx="7885080" cy="4321800"/>
          </a:xfrm>
          <a:prstGeom prst="rect">
            <a:avLst/>
          </a:prstGeom>
          <a:noFill/>
          <a:ln w="0">
            <a:noFill/>
          </a:ln>
        </p:spPr>
      </p:pic>
      <p:sp>
        <p:nvSpPr>
          <p:cNvPr id="4" name="PlaceHolder 3"/>
          <p:cNvSpPr>
            <a:spLocks noGrp="1"/>
          </p:cNvSpPr>
          <p:nvPr>
            <p:ph type="sldNum" idx="8"/>
          </p:nvPr>
        </p:nvSpPr>
        <p:spPr/>
        <p:txBody>
          <a:bodyPr/>
          <a:lstStyle/>
          <a:p>
            <a:fld id="{E3BC424D-9A46-4424-AD00-1308558E78B2}" type="slidenum">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1" name="PlaceHolder 1"/>
          <p:cNvSpPr>
            <a:spLocks noGrp="1"/>
          </p:cNvSpPr>
          <p:nvPr>
            <p:ph type="pic"/>
          </p:nvPr>
        </p:nvSpPr>
        <p:spPr/>
        <p:txBody>
          <a:bodyPr/>
          <a:lstStyle/>
          <a:p>
            <a:endParaRPr lang="LID4096"/>
          </a:p>
        </p:txBody>
      </p:sp>
      <p:sp>
        <p:nvSpPr>
          <p:cNvPr id="1052" name="PlaceHolder 2"/>
          <p:cNvSpPr>
            <a:spLocks noGrp="1"/>
          </p:cNvSpPr>
          <p:nvPr>
            <p:ph type="title" hasCustomPrompt="1"/>
          </p:nvPr>
        </p:nvSpPr>
        <p:spPr>
          <a:xfrm>
            <a:off x="587520" y="357840"/>
            <a:ext cx="6927840" cy="1485360"/>
          </a:xfrm>
          <a:prstGeom prst="rect">
            <a:avLst/>
          </a:prstGeom>
          <a:noFill/>
          <a:ln w="0">
            <a:noFill/>
          </a:ln>
        </p:spPr>
        <p:txBody>
          <a:bodyPr lIns="0" tIns="191880" rIns="0" bIns="0" anchor="t">
            <a:noAutofit/>
          </a:bodyPr>
          <a:lstStyle/>
          <a:p>
            <a:pPr indent="0" algn="l" defTabSz="914400">
              <a:lnSpc>
                <a:spcPct val="100000"/>
              </a:lnSpc>
              <a:buNone/>
              <a:tabLst>
                <a:tab pos="0" algn="l"/>
              </a:tabLst>
            </a:pPr>
            <a:r>
              <a:rPr lang="en-US" sz="3600" b="1" u="none" strike="noStrike" spc="300">
                <a:solidFill>
                  <a:schemeClr val="dk1"/>
                </a:solidFill>
                <a:effectLst/>
                <a:uFillTx/>
                <a:latin typeface="Consolas"/>
              </a:rPr>
              <a:t>Installer Visual Studio (code for MacOS) </a:t>
            </a:r>
            <a:br>
              <a:rPr sz="3600"/>
            </a:br>
            <a:r>
              <a:rPr lang="en-US" sz="3600" b="1" u="none" strike="noStrike" spc="300">
                <a:solidFill>
                  <a:schemeClr val="dk1"/>
                </a:solidFill>
                <a:effectLst/>
                <a:uFillTx/>
                <a:latin typeface="Consolas"/>
              </a:rPr>
              <a:t>(Hvis I ikke har det)</a:t>
            </a:r>
          </a:p>
        </p:txBody>
      </p:sp>
      <p:sp>
        <p:nvSpPr>
          <p:cNvPr id="1053" name="PlaceHolder 3"/>
          <p:cNvSpPr>
            <a:spLocks noGrp="1"/>
          </p:cNvSpPr>
          <p:nvPr>
            <p:ph hasCustomPrompt="1"/>
          </p:nvPr>
        </p:nvSpPr>
        <p:spPr>
          <a:xfrm>
            <a:off x="587520" y="2127240"/>
            <a:ext cx="4541400" cy="3574080"/>
          </a:xfrm>
          <a:prstGeom prst="rect">
            <a:avLst/>
          </a:prstGeom>
          <a:noFill/>
          <a:ln w="0">
            <a:noFill/>
          </a:ln>
        </p:spPr>
        <p:txBody>
          <a:bodyPr lIns="0" tIns="45720" rIns="0" bIns="45720" anchor="t">
            <a:normAutofit lnSpcReduction="10000"/>
          </a:bodyPr>
          <a:lstStyle/>
          <a:p>
            <a:pPr marL="285840" indent="-285840" algn="l" defTabSz="914400">
              <a:lnSpc>
                <a:spcPct val="100000"/>
              </a:lnSpc>
              <a:spcBef>
                <a:spcPts val="601"/>
              </a:spcBef>
              <a:buSzPct val="100051"/>
              <a:buBlip>
                <a:blip r:embed="rId2"/>
              </a:buBlip>
            </a:pPr>
            <a:r>
              <a:rPr lang="en-US" sz="1600" b="0" u="none" strike="noStrike">
                <a:solidFill>
                  <a:schemeClr val="dk1"/>
                </a:solidFill>
                <a:effectLst/>
                <a:uFillTx/>
                <a:latin typeface="Consolas"/>
              </a:rPr>
              <a:t>Download Visual Studio Community med “Desktop Development with C++”</a:t>
            </a:r>
            <a:endParaRPr lang="da-DK" sz="1600" b="0" u="none" strike="noStrike">
              <a:solidFill>
                <a:schemeClr val="dk1"/>
              </a:solidFill>
              <a:effectLst/>
              <a:uFillTx/>
              <a:latin typeface="Consolas"/>
            </a:endParaRPr>
          </a:p>
          <a:p>
            <a:pPr marL="806400" lvl="2" indent="-171360" algn="l" defTabSz="914400">
              <a:lnSpc>
                <a:spcPct val="120000"/>
              </a:lnSpc>
              <a:spcBef>
                <a:spcPts val="499"/>
              </a:spcBef>
              <a:buSzPct val="100000"/>
              <a:buBlip>
                <a:blip r:embed="rId3"/>
              </a:buBlip>
              <a:tabLst>
                <a:tab pos="898560" algn="l"/>
              </a:tabLst>
            </a:pPr>
            <a:r>
              <a:rPr lang="en-US" sz="1200" b="0" u="sng" strike="noStrike">
                <a:solidFill>
                  <a:schemeClr val="dk1"/>
                </a:solidFill>
                <a:effectLst/>
                <a:uFillTx/>
                <a:latin typeface="Consolas"/>
                <a:hlinkClick r:id="rId4"/>
              </a:rPr>
              <a:t>https://visualstudio.microsoft.com/</a:t>
            </a:r>
            <a:endParaRPr lang="da-DK" sz="1200" b="0" u="none" strike="noStrike">
              <a:solidFill>
                <a:schemeClr val="dk1"/>
              </a:solidFill>
              <a:effectLst/>
              <a:uFillTx/>
              <a:latin typeface="Consolas"/>
            </a:endParaRPr>
          </a:p>
          <a:p>
            <a:pPr marL="806400" lvl="2" indent="-171360" algn="l" defTabSz="914400">
              <a:lnSpc>
                <a:spcPct val="120000"/>
              </a:lnSpc>
              <a:spcBef>
                <a:spcPts val="499"/>
              </a:spcBef>
              <a:buSzPct val="100000"/>
              <a:buBlip>
                <a:blip r:embed="rId3"/>
              </a:buBlip>
              <a:tabLst>
                <a:tab pos="898560" algn="l"/>
              </a:tabLst>
            </a:pPr>
            <a:r>
              <a:rPr lang="en-US" sz="1200" b="0" u="none" strike="noStrike">
                <a:solidFill>
                  <a:schemeClr val="dk1"/>
                </a:solidFill>
                <a:effectLst/>
                <a:uFillTx/>
                <a:latin typeface="Consolas"/>
              </a:rPr>
              <a:t>I skal muligvis lave et konto. Men det er gratis. Så længe I ikke sælger det I laver. </a:t>
            </a:r>
            <a:endParaRPr lang="da-DK" sz="1200" b="0" u="none" strike="noStrike">
              <a:solidFill>
                <a:schemeClr val="dk1"/>
              </a:solidFill>
              <a:effectLst/>
              <a:uFillTx/>
              <a:latin typeface="Consolas"/>
            </a:endParaRPr>
          </a:p>
          <a:p>
            <a:pPr marL="806400" lvl="2" indent="-171360" algn="l" defTabSz="914400">
              <a:lnSpc>
                <a:spcPct val="120000"/>
              </a:lnSpc>
              <a:spcBef>
                <a:spcPts val="499"/>
              </a:spcBef>
              <a:buSzPct val="100000"/>
              <a:buBlip>
                <a:blip r:embed="rId3"/>
              </a:buBlip>
              <a:tabLst>
                <a:tab pos="898560" algn="l"/>
              </a:tabLst>
            </a:pPr>
            <a:r>
              <a:rPr lang="en-US" sz="1200" b="0" u="none" strike="noStrike">
                <a:solidFill>
                  <a:schemeClr val="dk1"/>
                </a:solidFill>
                <a:effectLst/>
                <a:uFillTx/>
                <a:latin typeface="Consolas"/>
              </a:rPr>
              <a:t>Hvis I glemmer at installerer “Desktop Dev.”, kan I g</a:t>
            </a:r>
            <a:r>
              <a:rPr lang="da-DK" sz="1200" b="0" u="none" strike="noStrike">
                <a:solidFill>
                  <a:schemeClr val="dk1"/>
                </a:solidFill>
                <a:effectLst/>
                <a:uFillTx/>
                <a:latin typeface="Consolas"/>
              </a:rPr>
              <a:t>øre det senere via programmet ”Visual Studio Installer”, som også bliver installeret på jeres computer.</a:t>
            </a:r>
          </a:p>
          <a:p>
            <a:pPr marL="285840" indent="-285840" algn="l" defTabSz="914400">
              <a:lnSpc>
                <a:spcPct val="100000"/>
              </a:lnSpc>
              <a:spcBef>
                <a:spcPts val="601"/>
              </a:spcBef>
              <a:buSzPct val="100051"/>
              <a:buBlip>
                <a:blip r:embed="rId2"/>
              </a:buBlip>
              <a:tabLst>
                <a:tab pos="898560" algn="l"/>
              </a:tabLst>
            </a:pPr>
            <a:r>
              <a:rPr lang="da-DK" sz="1600" b="0" u="none" strike="noStrike">
                <a:solidFill>
                  <a:schemeClr val="dk1"/>
                </a:solidFill>
                <a:effectLst/>
                <a:uFillTx/>
                <a:latin typeface="Consolas"/>
              </a:rPr>
              <a:t>System Krav:</a:t>
            </a:r>
          </a:p>
          <a:p>
            <a:pPr marL="623880" lvl="1" indent="-285840" algn="l" defTabSz="914400">
              <a:lnSpc>
                <a:spcPct val="120000"/>
              </a:lnSpc>
              <a:spcBef>
                <a:spcPts val="499"/>
              </a:spcBef>
              <a:buSzPct val="100058"/>
              <a:buBlip>
                <a:blip r:embed="rId2"/>
              </a:buBlip>
              <a:tabLst>
                <a:tab pos="898560" algn="l"/>
              </a:tabLst>
            </a:pPr>
            <a:r>
              <a:rPr lang="da-DK" sz="1400" b="0" u="none" strike="noStrike">
                <a:solidFill>
                  <a:schemeClr val="dk1"/>
                </a:solidFill>
                <a:effectLst/>
                <a:uFillTx/>
                <a:latin typeface="Consolas"/>
              </a:rPr>
              <a:t>Windows 10+ / MacOS 13 Venture</a:t>
            </a:r>
          </a:p>
          <a:p>
            <a:pPr marL="806400" lvl="2" indent="-171360" algn="l" defTabSz="914400">
              <a:lnSpc>
                <a:spcPct val="120000"/>
              </a:lnSpc>
              <a:spcBef>
                <a:spcPts val="499"/>
              </a:spcBef>
              <a:buSzPct val="100000"/>
              <a:buBlip>
                <a:blip r:embed="rId3"/>
              </a:buBlip>
              <a:tabLst>
                <a:tab pos="898560" algn="l"/>
              </a:tabLst>
            </a:pPr>
            <a:r>
              <a:rPr lang="da-DK" sz="1200" b="0" u="none" strike="noStrike">
                <a:solidFill>
                  <a:schemeClr val="dk1"/>
                </a:solidFill>
                <a:effectLst/>
                <a:uFillTx/>
                <a:latin typeface="Consolas"/>
              </a:rPr>
              <a:t>Det virker muligvis på ældre systemer, men det er op til jer hvis i ikke har opdateret til det nyeste</a:t>
            </a:r>
          </a:p>
        </p:txBody>
      </p:sp>
      <p:sp>
        <p:nvSpPr>
          <p:cNvPr id="1054" name="PlaceHolder 4"/>
          <p:cNvSpPr>
            <a:spLocks noGrp="1"/>
          </p:cNvSpPr>
          <p:nvPr>
            <p:ph type="pic"/>
          </p:nvPr>
        </p:nvSpPr>
        <p:spPr/>
        <p:txBody>
          <a:bodyPr/>
          <a:lstStyle/>
          <a:p>
            <a:endParaRPr lang="LID4096"/>
          </a:p>
        </p:txBody>
      </p:sp>
      <p:pic>
        <p:nvPicPr>
          <p:cNvPr id="1055" name="Picture 6"/>
          <p:cNvPicPr/>
          <p:nvPr/>
        </p:nvPicPr>
        <p:blipFill>
          <a:blip r:embed="rId5"/>
          <a:stretch/>
        </p:blipFill>
        <p:spPr>
          <a:xfrm>
            <a:off x="6095880" y="3429000"/>
            <a:ext cx="0" cy="0"/>
          </a:xfrm>
          <a:prstGeom prst="rect">
            <a:avLst/>
          </a:prstGeom>
          <a:noFill/>
          <a:ln w="0">
            <a:noFill/>
          </a:ln>
        </p:spPr>
      </p:pic>
      <p:pic>
        <p:nvPicPr>
          <p:cNvPr id="1056" name="Picture 8"/>
          <p:cNvPicPr/>
          <p:nvPr/>
        </p:nvPicPr>
        <p:blipFill>
          <a:blip r:embed="rId5"/>
          <a:stretch/>
        </p:blipFill>
        <p:spPr>
          <a:xfrm>
            <a:off x="7797240" y="412920"/>
            <a:ext cx="4024080" cy="2319840"/>
          </a:xfrm>
          <a:prstGeom prst="rect">
            <a:avLst/>
          </a:prstGeom>
          <a:noFill/>
          <a:ln w="0">
            <a:noFill/>
          </a:ln>
        </p:spPr>
      </p:pic>
      <p:pic>
        <p:nvPicPr>
          <p:cNvPr id="1057" name="Picture 10"/>
          <p:cNvPicPr/>
          <p:nvPr/>
        </p:nvPicPr>
        <p:blipFill>
          <a:blip r:embed="rId6"/>
          <a:stretch/>
        </p:blipFill>
        <p:spPr>
          <a:xfrm>
            <a:off x="7757640" y="4142160"/>
            <a:ext cx="4063680" cy="2059200"/>
          </a:xfrm>
          <a:prstGeom prst="rect">
            <a:avLst/>
          </a:prstGeom>
          <a:noFill/>
          <a:ln w="0">
            <a:noFill/>
          </a:ln>
        </p:spPr>
      </p:pic>
      <p:sp>
        <p:nvSpPr>
          <p:cNvPr id="6" name="PlaceHolder 5"/>
          <p:cNvSpPr>
            <a:spLocks noGrp="1"/>
          </p:cNvSpPr>
          <p:nvPr>
            <p:ph type="sldNum" idx="4"/>
          </p:nvPr>
        </p:nvSpPr>
        <p:spPr/>
        <p:txBody>
          <a:bodyPr/>
          <a:lstStyle/>
          <a:p>
            <a:fld id="{95DA0DB3-6BAD-486A-BF09-8087C7C496CD}" type="slidenum">
              <a:t>39</a:t>
            </a:fld>
            <a:endParaRPr/>
          </a:p>
        </p:txBody>
      </p:sp>
    </p:spTree>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a:ea typeface=""/>
        <a:cs typeface=""/>
      </a:majorFont>
      <a:minorFont>
        <a:latin typeface="Consola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a:ea typeface=""/>
        <a:cs typeface=""/>
      </a:majorFont>
      <a:minorFont>
        <a:latin typeface="Consola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3603602-65E0-48FA-BF06-563C46D1CC25}">
  <ds:schemaRefs>
    <ds:schemaRef ds:uri="1790affa-1f64-4e58-8dd7-745390e575dd"/>
    <ds:schemaRef ds:uri="http://schemas.microsoft.com/office/2006/metadata/properties"/>
    <ds:schemaRef ds:uri="http://purl.org/dc/elements/1.1/"/>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5eaab4c3-db73-4b93-9200-350b498c50e8"/>
    <ds:schemaRef ds:uri="http://www.w3.org/XML/1998/namespace"/>
    <ds:schemaRef ds:uri="http://purl.org/dc/dcmitype/"/>
  </ds:schemaRefs>
</ds:datastoreItem>
</file>

<file path=customXml/itemProps2.xml><?xml version="1.0" encoding="utf-8"?>
<ds:datastoreItem xmlns:ds="http://schemas.openxmlformats.org/officeDocument/2006/customXml" ds:itemID="{20FA39FA-C90B-44C5-8395-0F72C2D9FD12}">
  <ds:schemaRefs>
    <ds:schemaRef ds:uri="http://schemas.microsoft.com/sharepoint/v3/contenttype/forms"/>
  </ds:schemaRefs>
</ds:datastoreItem>
</file>

<file path=customXml/itemProps3.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4664</TotalTime>
  <Words>3196</Words>
  <Application>Microsoft Office PowerPoint</Application>
  <PresentationFormat>Widescreen</PresentationFormat>
  <Paragraphs>454</Paragraphs>
  <Slides>39</Slides>
  <Notes>0</Notes>
  <HiddenSlides>7</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39</vt:i4>
      </vt:variant>
    </vt:vector>
  </HeadingPairs>
  <TitlesOfParts>
    <vt:vector size="46" baseType="lpstr">
      <vt:lpstr>Arial</vt:lpstr>
      <vt:lpstr>Calibri</vt:lpstr>
      <vt:lpstr>Consolas</vt:lpstr>
      <vt:lpstr>Source Sans Pro</vt:lpstr>
      <vt:lpstr>Times New Roman</vt:lpstr>
      <vt:lpstr>AAU PowerPoint</vt:lpstr>
      <vt:lpstr>AAU PowerPoint</vt:lpstr>
      <vt:lpstr>Programmering 1</vt:lpstr>
      <vt:lpstr>Who Am I? Martin Siemienski Andersen</vt:lpstr>
      <vt:lpstr>PowerPoint Presentation</vt:lpstr>
      <vt:lpstr>Læringsmål idag</vt:lpstr>
      <vt:lpstr>Forslag til lærebog</vt:lpstr>
      <vt:lpstr>Peer learning</vt:lpstr>
      <vt:lpstr>Du husker …</vt:lpstr>
      <vt:lpstr>Introduktion to C</vt:lpstr>
      <vt:lpstr>Hvordan skriver man et C program?</vt:lpstr>
      <vt:lpstr>Opgave – Hello1 Online Compiler dit første program, p0_hello1</vt:lpstr>
      <vt:lpstr>How does code turn into a program-file? </vt:lpstr>
      <vt:lpstr>How does code really turn into a program-file? </vt:lpstr>
      <vt:lpstr>Hvorfor hedder det ”C”?</vt:lpstr>
      <vt:lpstr>Grundelementer i et C-program</vt:lpstr>
      <vt:lpstr>Hvad er en token? - Mindste element</vt:lpstr>
      <vt:lpstr>Opgave - hello2 C tokens Identificer alle tokens i følgende kode </vt:lpstr>
      <vt:lpstr>Hvad er Keywords?</vt:lpstr>
      <vt:lpstr>Hvad er Identifiers?</vt:lpstr>
      <vt:lpstr>Hvad er et Character Set? </vt:lpstr>
      <vt:lpstr>Navngivning af variabler</vt:lpstr>
      <vt:lpstr>Kommentarer</vt:lpstr>
      <vt:lpstr>Opgave – Kommentarer</vt:lpstr>
      <vt:lpstr>Hvordan udtaler man special-tegnene? (og hvorfor er det vigtigt) </vt:lpstr>
      <vt:lpstr>Preprocessing directives</vt:lpstr>
      <vt:lpstr>Hvad er Special Characters</vt:lpstr>
      <vt:lpstr>Operatorer</vt:lpstr>
      <vt:lpstr>Opgaver</vt:lpstr>
      <vt:lpstr>Opgave: operatorer </vt:lpstr>
      <vt:lpstr>Opgave - hello3</vt:lpstr>
      <vt:lpstr>Opgave – Errors 1</vt:lpstr>
      <vt:lpstr>Opgave – Errors 2</vt:lpstr>
      <vt:lpstr>Ekstra Materiale</vt:lpstr>
      <vt:lpstr>Next up</vt:lpstr>
      <vt:lpstr>Question – sharing is caring</vt:lpstr>
      <vt:lpstr>Special Characters</vt:lpstr>
      <vt:lpstr>Question: Helloworld comments</vt:lpstr>
      <vt:lpstr>Question: Comments</vt:lpstr>
      <vt:lpstr>Question: Hello World</vt:lpstr>
      <vt:lpstr>Installer Visual Studio (code for MacOS)  (Hvis I ikke har det)</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subject/>
  <dc:creator>Søren Emil Søe Degn</dc:creator>
  <dc:description/>
  <cp:lastModifiedBy>Martin Siemienski Andersen</cp:lastModifiedBy>
  <cp:revision>95</cp:revision>
  <cp:lastPrinted>2024-06-04T10:50:11Z</cp:lastPrinted>
  <dcterms:created xsi:type="dcterms:W3CDTF">2018-09-13T08:06:32Z</dcterms:created>
  <dcterms:modified xsi:type="dcterms:W3CDTF">2026-09-11T08:55:32Z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y fmtid="{D5CDD505-2E9C-101B-9397-08002B2CF9AE}" pid="3" name="HiddenSlides">
    <vt:i4>7</vt:i4>
  </property>
  <property fmtid="{D5CDD505-2E9C-101B-9397-08002B2CF9AE}" pid="4" name="PresentationFormat">
    <vt:lpwstr>Widescreen</vt:lpwstr>
  </property>
  <property fmtid="{D5CDD505-2E9C-101B-9397-08002B2CF9AE}" pid="5" name="Slides">
    <vt:i4>38</vt:i4>
  </property>
</Properties>
</file>